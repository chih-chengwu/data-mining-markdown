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3.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95" r:id="rId2"/>
    <p:sldMasterId id="2147483702" r:id="rId3"/>
    <p:sldMasterId id="2147483713" r:id="rId4"/>
  </p:sldMasterIdLst>
  <p:notesMasterIdLst>
    <p:notesMasterId r:id="rId55"/>
  </p:notesMasterIdLst>
  <p:handoutMasterIdLst>
    <p:handoutMasterId r:id="rId56"/>
  </p:handoutMasterIdLst>
  <p:sldIdLst>
    <p:sldId id="739" r:id="rId5"/>
    <p:sldId id="773" r:id="rId6"/>
    <p:sldId id="774" r:id="rId7"/>
    <p:sldId id="775" r:id="rId8"/>
    <p:sldId id="776" r:id="rId9"/>
    <p:sldId id="789" r:id="rId10"/>
    <p:sldId id="790" r:id="rId11"/>
    <p:sldId id="777" r:id="rId12"/>
    <p:sldId id="778" r:id="rId13"/>
    <p:sldId id="779" r:id="rId14"/>
    <p:sldId id="791" r:id="rId15"/>
    <p:sldId id="792" r:id="rId16"/>
    <p:sldId id="793" r:id="rId17"/>
    <p:sldId id="794" r:id="rId18"/>
    <p:sldId id="795" r:id="rId19"/>
    <p:sldId id="796" r:id="rId20"/>
    <p:sldId id="813" r:id="rId21"/>
    <p:sldId id="814" r:id="rId22"/>
    <p:sldId id="815" r:id="rId23"/>
    <p:sldId id="816" r:id="rId24"/>
    <p:sldId id="817" r:id="rId25"/>
    <p:sldId id="818" r:id="rId26"/>
    <p:sldId id="819" r:id="rId27"/>
    <p:sldId id="820" r:id="rId28"/>
    <p:sldId id="821" r:id="rId29"/>
    <p:sldId id="822" r:id="rId30"/>
    <p:sldId id="780" r:id="rId31"/>
    <p:sldId id="781" r:id="rId32"/>
    <p:sldId id="782" r:id="rId33"/>
    <p:sldId id="797" r:id="rId34"/>
    <p:sldId id="798" r:id="rId35"/>
    <p:sldId id="799" r:id="rId36"/>
    <p:sldId id="800" r:id="rId37"/>
    <p:sldId id="801" r:id="rId38"/>
    <p:sldId id="810" r:id="rId39"/>
    <p:sldId id="805" r:id="rId40"/>
    <p:sldId id="806" r:id="rId41"/>
    <p:sldId id="807" r:id="rId42"/>
    <p:sldId id="808" r:id="rId43"/>
    <p:sldId id="811" r:id="rId44"/>
    <p:sldId id="812" r:id="rId45"/>
    <p:sldId id="783" r:id="rId46"/>
    <p:sldId id="784" r:id="rId47"/>
    <p:sldId id="785" r:id="rId48"/>
    <p:sldId id="802" r:id="rId49"/>
    <p:sldId id="803" r:id="rId50"/>
    <p:sldId id="786" r:id="rId51"/>
    <p:sldId id="787" r:id="rId52"/>
    <p:sldId id="788" r:id="rId53"/>
    <p:sldId id="804" r:id="rId5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C67A48"/>
    <a:srgbClr val="786CAE"/>
    <a:srgbClr val="6EB5AF"/>
    <a:srgbClr val="8FC320"/>
    <a:srgbClr val="33CCCC"/>
    <a:srgbClr val="B5D14F"/>
    <a:srgbClr val="EB5405"/>
    <a:srgbClr val="FFE33A"/>
    <a:srgbClr val="46799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777" autoAdjust="0"/>
    <p:restoredTop sz="98058" autoAdjust="0"/>
  </p:normalViewPr>
  <p:slideViewPr>
    <p:cSldViewPr>
      <p:cViewPr varScale="1">
        <p:scale>
          <a:sx n="84" d="100"/>
          <a:sy n="84" d="100"/>
        </p:scale>
        <p:origin x="1421" y="72"/>
      </p:cViewPr>
      <p:guideLst>
        <p:guide orient="horz" pos="2160"/>
        <p:guide pos="2880"/>
      </p:guideLst>
    </p:cSldViewPr>
  </p:slideViewPr>
  <p:outlineViewPr>
    <p:cViewPr>
      <p:scale>
        <a:sx n="33" d="100"/>
        <a:sy n="33" d="100"/>
      </p:scale>
      <p:origin x="0" y="7128"/>
    </p:cViewPr>
  </p:outlineViewPr>
  <p:notesTextViewPr>
    <p:cViewPr>
      <p:scale>
        <a:sx n="100" d="100"/>
        <a:sy n="100" d="100"/>
      </p:scale>
      <p:origin x="0" y="0"/>
    </p:cViewPr>
  </p:notesTextViewPr>
  <p:sorterViewPr>
    <p:cViewPr>
      <p:scale>
        <a:sx n="200" d="100"/>
        <a:sy n="200" d="100"/>
      </p:scale>
      <p:origin x="0" y="-19704"/>
    </p:cViewPr>
  </p:sorterViewPr>
  <p:notesViewPr>
    <p:cSldViewPr>
      <p:cViewPr varScale="1">
        <p:scale>
          <a:sx n="64" d="100"/>
          <a:sy n="64" d="100"/>
        </p:scale>
        <p:origin x="-2412" y="-12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notesMaster" Target="notesMasters/notesMaster1.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viewProps" Target="viewProps.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handoutMaster" Target="handoutMasters/handoutMaster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presProps" Target="presProp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EE1DA890-1C3A-4168-9336-7569BD13438D}" type="datetimeFigureOut">
              <a:rPr lang="zh-TW" altLang="en-US" smtClean="0"/>
              <a:pPr/>
              <a:t>2024/11/13</a:t>
            </a:fld>
            <a:endParaRPr lang="zh-TW" altLang="en-US"/>
          </a:p>
        </p:txBody>
      </p:sp>
      <p:sp>
        <p:nvSpPr>
          <p:cNvPr id="4" name="頁尾版面配置區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5" name="投影片編號版面配置區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B3C2F1F-D428-449F-967A-F29989CFB9CB}" type="slidenum">
              <a:rPr lang="zh-TW" altLang="en-US" smtClean="0"/>
              <a:pPr/>
              <a:t>‹#›</a:t>
            </a:fld>
            <a:endParaRPr lang="zh-TW" altLang="en-US"/>
          </a:p>
        </p:txBody>
      </p:sp>
    </p:spTree>
    <p:extLst>
      <p:ext uri="{BB962C8B-B14F-4D97-AF65-F5344CB8AC3E}">
        <p14:creationId xmlns:p14="http://schemas.microsoft.com/office/powerpoint/2010/main" val="126696979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A71CE91-3D51-440C-AE01-BB26464EA3B2}" type="datetimeFigureOut">
              <a:rPr lang="zh-TW" altLang="en-US" smtClean="0"/>
              <a:pPr/>
              <a:t>2024/11/13</a:t>
            </a:fld>
            <a:endParaRPr lang="zh-TW" alt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E6B05A9-B499-4E5B-8BFF-1B523649516C}" type="slidenum">
              <a:rPr lang="zh-TW" altLang="en-US" smtClean="0"/>
              <a:pPr/>
              <a:t>‹#›</a:t>
            </a:fld>
            <a:endParaRPr lang="zh-TW" altLang="en-US"/>
          </a:p>
        </p:txBody>
      </p:sp>
    </p:spTree>
    <p:extLst>
      <p:ext uri="{BB962C8B-B14F-4D97-AF65-F5344CB8AC3E}">
        <p14:creationId xmlns:p14="http://schemas.microsoft.com/office/powerpoint/2010/main" val="36592374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投影片圖像版面配置區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9" name="備忘稿版面配置區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TW" altLang="en-US" smtClean="0"/>
          </a:p>
        </p:txBody>
      </p:sp>
      <p:sp>
        <p:nvSpPr>
          <p:cNvPr id="9220" name="投影片編號版面配置區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4C275E28-D6CB-4622-8C02-A65FC1E3842B}" type="slidenum">
              <a:rPr kumimoji="0" lang="zh-TW"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tabLst/>
                <a:defRPr/>
              </a:pPr>
              <a:t>21</a:t>
            </a:fld>
            <a:endParaRPr kumimoji="0" lang="zh-TW"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3340648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投影片圖像版面配置區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7" name="備忘稿版面配置區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TW" altLang="en-US" smtClean="0"/>
          </a:p>
        </p:txBody>
      </p:sp>
      <p:sp>
        <p:nvSpPr>
          <p:cNvPr id="11268" name="投影片編號版面配置區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90024E0E-73EA-4B6C-933F-97113F631958}" type="slidenum">
              <a:rPr kumimoji="0" lang="zh-TW"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tabLst/>
                <a:defRPr/>
              </a:pPr>
              <a:t>22</a:t>
            </a:fld>
            <a:endParaRPr kumimoji="0" lang="zh-TW"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28201065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投影片圖像版面配置區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339" name="備忘稿版面配置區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TW" altLang="en-US" smtClean="0"/>
          </a:p>
        </p:txBody>
      </p:sp>
      <p:sp>
        <p:nvSpPr>
          <p:cNvPr id="14340" name="投影片編號版面配置區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EE4A6478-56BC-4463-B26B-CA547881775F}" type="slidenum">
              <a:rPr kumimoji="0" lang="zh-TW"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tabLst/>
                <a:defRPr/>
              </a:pPr>
              <a:t>24</a:t>
            </a:fld>
            <a:endParaRPr kumimoji="0" lang="zh-TW"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196248519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書名頁">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章名頁">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文字版面配置區 9"/>
          <p:cNvSpPr>
            <a:spLocks noGrp="1"/>
          </p:cNvSpPr>
          <p:nvPr>
            <p:ph type="body" sz="quarter" idx="17"/>
          </p:nvPr>
        </p:nvSpPr>
        <p:spPr>
          <a:xfrm>
            <a:off x="857224" y="3645024"/>
            <a:ext cx="8072494" cy="1800200"/>
          </a:xfrm>
          <a:noFill/>
          <a:ln w="12700" cap="rnd">
            <a:noFill/>
            <a:round/>
          </a:ln>
          <a:effectLst/>
        </p:spPr>
        <p:txBody>
          <a:bodyPr lIns="0" tIns="0" rIns="0" bIns="0" numCol="2" anchor="ctr" anchorCtr="0">
            <a:noAutofit/>
          </a:bodyPr>
          <a:lstStyle>
            <a:lvl1pPr>
              <a:lnSpc>
                <a:spcPts val="2400"/>
              </a:lnSpc>
              <a:spcBef>
                <a:spcPts val="500"/>
              </a:spcBef>
              <a:defRPr kumimoji="0" lang="zh-TW" altLang="en-US" sz="2000" b="1" u="none" kern="1200" baseline="0" dirty="0">
                <a:solidFill>
                  <a:schemeClr val="tx1">
                    <a:lumMod val="65000"/>
                    <a:lumOff val="35000"/>
                  </a:schemeClr>
                </a:solidFill>
                <a:latin typeface="Arial" pitchFamily="34" charset="0"/>
                <a:ea typeface="+mj-ea"/>
                <a:cs typeface="+mn-cs"/>
              </a:defRPr>
            </a:lvl1pPr>
          </a:lstStyle>
          <a:p>
            <a:pPr lvl="0"/>
            <a:r>
              <a:rPr lang="zh-TW" altLang="en-US" dirty="0" smtClean="0"/>
              <a:t>按一下以編輯母片文字樣式</a:t>
            </a:r>
            <a:endParaRPr lang="zh-TW" altLang="en-US" dirty="0"/>
          </a:p>
        </p:txBody>
      </p:sp>
      <p:sp>
        <p:nvSpPr>
          <p:cNvPr id="15" name="文字版面配置區 13"/>
          <p:cNvSpPr>
            <a:spLocks noGrp="1"/>
          </p:cNvSpPr>
          <p:nvPr>
            <p:ph type="body" sz="quarter" idx="15" hasCustomPrompt="1"/>
          </p:nvPr>
        </p:nvSpPr>
        <p:spPr>
          <a:xfrm>
            <a:off x="1071538" y="2276872"/>
            <a:ext cx="7786742" cy="1152128"/>
          </a:xfrm>
          <a:effectLst/>
        </p:spPr>
        <p:txBody>
          <a:bodyPr anchor="ctr" anchorCtr="0">
            <a:noAutofit/>
          </a:bodyPr>
          <a:lstStyle>
            <a:lvl1pPr algn="l">
              <a:lnSpc>
                <a:spcPts val="4800"/>
              </a:lnSpc>
              <a:spcBef>
                <a:spcPts val="0"/>
              </a:spcBef>
              <a:defRPr sz="4400" b="1" u="none" cap="none" spc="0" baseline="0">
                <a:ln w="15875">
                  <a:noFill/>
                  <a:prstDash val="solid"/>
                </a:ln>
                <a:solidFill>
                  <a:schemeClr val="tx1">
                    <a:lumMod val="75000"/>
                    <a:lumOff val="25000"/>
                  </a:schemeClr>
                </a:solidFill>
                <a:effectLst/>
              </a:defRPr>
            </a:lvl1pPr>
          </a:lstStyle>
          <a:p>
            <a:pPr lvl="0"/>
            <a:r>
              <a:rPr lang="zh-TW" altLang="en-US" dirty="0" smtClean="0"/>
              <a:t>按一以輯母片文字樣式</a:t>
            </a:r>
          </a:p>
        </p:txBody>
      </p:sp>
      <p:sp>
        <p:nvSpPr>
          <p:cNvPr id="11" name="矩形 10"/>
          <p:cNvSpPr/>
          <p:nvPr userDrawn="1"/>
        </p:nvSpPr>
        <p:spPr>
          <a:xfrm flipV="1">
            <a:off x="71470" y="2056288"/>
            <a:ext cx="9000000" cy="3801604"/>
          </a:xfrm>
          <a:prstGeom prst="rect">
            <a:avLst/>
          </a:prstGeom>
          <a:no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矩形 16"/>
          <p:cNvSpPr/>
          <p:nvPr userDrawn="1"/>
        </p:nvSpPr>
        <p:spPr>
          <a:xfrm flipV="1">
            <a:off x="755576" y="1768288"/>
            <a:ext cx="2357454" cy="288000"/>
          </a:xfrm>
          <a:prstGeom prst="rect">
            <a:avLst/>
          </a:prstGeom>
          <a:solidFill>
            <a:schemeClr val="tx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文字版面配置區 13"/>
          <p:cNvSpPr>
            <a:spLocks noGrp="1"/>
          </p:cNvSpPr>
          <p:nvPr>
            <p:ph type="body" sz="quarter" idx="14"/>
          </p:nvPr>
        </p:nvSpPr>
        <p:spPr>
          <a:xfrm>
            <a:off x="1052198" y="1268760"/>
            <a:ext cx="1800200" cy="863526"/>
          </a:xfrm>
        </p:spPr>
        <p:txBody>
          <a:bodyPr anchor="ctr" anchorCtr="0">
            <a:noAutofit/>
          </a:bodyPr>
          <a:lstStyle>
            <a:lvl1pPr>
              <a:lnSpc>
                <a:spcPts val="4800"/>
              </a:lnSpc>
              <a:spcBef>
                <a:spcPts val="0"/>
              </a:spcBef>
              <a:defRPr sz="10000" b="1" u="none" cap="none" spc="0" baseline="0">
                <a:ln w="19050">
                  <a:solidFill>
                    <a:schemeClr val="tx2">
                      <a:tint val="1000"/>
                    </a:schemeClr>
                  </a:solidFill>
                  <a:prstDash val="solid"/>
                </a:ln>
                <a:solidFill>
                  <a:schemeClr val="tx1">
                    <a:lumMod val="65000"/>
                    <a:lumOff val="35000"/>
                  </a:schemeClr>
                </a:solidFill>
                <a:effectLst>
                  <a:outerShdw blurRad="50000" dist="50800" dir="7500000" algn="tl">
                    <a:srgbClr val="000000">
                      <a:shade val="5000"/>
                      <a:alpha val="35000"/>
                    </a:srgbClr>
                  </a:outerShdw>
                </a:effectLst>
              </a:defRPr>
            </a:lvl1pPr>
          </a:lstStyle>
          <a:p>
            <a:pPr lvl="0"/>
            <a:r>
              <a:rPr lang="zh-TW" altLang="en-US" dirty="0" smtClean="0"/>
              <a:t>按</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XX章節">
    <p:spTree>
      <p:nvGrpSpPr>
        <p:cNvPr id="1" name=""/>
        <p:cNvGrpSpPr/>
        <p:nvPr/>
      </p:nvGrpSpPr>
      <p:grpSpPr>
        <a:xfrm>
          <a:off x="0" y="0"/>
          <a:ext cx="0" cy="0"/>
          <a:chOff x="0" y="0"/>
          <a:chExt cx="0" cy="0"/>
        </a:xfrm>
      </p:grpSpPr>
      <p:sp>
        <p:nvSpPr>
          <p:cNvPr id="5" name="內容版面配置區 4"/>
          <p:cNvSpPr>
            <a:spLocks noGrp="1"/>
          </p:cNvSpPr>
          <p:nvPr>
            <p:ph sz="quarter" idx="10"/>
          </p:nvPr>
        </p:nvSpPr>
        <p:spPr>
          <a:xfrm>
            <a:off x="431999" y="1364512"/>
            <a:ext cx="8280000" cy="5160832"/>
          </a:xfrm>
        </p:spPr>
        <p:txBody>
          <a:bodyPr/>
          <a:lstStyle>
            <a:lvl1pPr>
              <a:defRPr sz="2800"/>
            </a:lvl1pPr>
            <a:lvl2pPr>
              <a:spcBef>
                <a:spcPts val="600"/>
              </a:spcBef>
              <a:defRPr kumimoji="0" lang="zh-TW" altLang="en-US" sz="2400" b="1" kern="1200" dirty="0" smtClean="0">
                <a:solidFill>
                  <a:schemeClr val="accent5">
                    <a:lumMod val="75000"/>
                  </a:schemeClr>
                </a:solidFill>
                <a:latin typeface="+mj-ea"/>
                <a:ea typeface="+mj-ea"/>
                <a:cs typeface="+mn-cs"/>
              </a:defRPr>
            </a:lvl2pPr>
            <a:lvl3pPr marL="0" indent="0">
              <a:spcBef>
                <a:spcPts val="600"/>
              </a:spcBef>
              <a:spcAft>
                <a:spcPts val="0"/>
              </a:spcAft>
              <a:defRPr kumimoji="0" lang="zh-TW" altLang="en-US" sz="2000" b="1" u="dottedHeavy" kern="1200" baseline="0" dirty="0" smtClean="0">
                <a:solidFill>
                  <a:srgbClr val="C67A48"/>
                </a:solidFill>
                <a:latin typeface="+mj-ea"/>
                <a:ea typeface="+mj-ea"/>
                <a:cs typeface="+mn-cs"/>
              </a:defRPr>
            </a:lvl3pPr>
            <a:lvl4pPr>
              <a:lnSpc>
                <a:spcPts val="2800"/>
              </a:lnSpc>
              <a:spcBef>
                <a:spcPts val="600"/>
              </a:spcBef>
              <a:spcAft>
                <a:spcPts val="0"/>
              </a:spcAft>
              <a:defRPr/>
            </a:lvl4pPr>
            <a:lvl5pPr>
              <a:lnSpc>
                <a:spcPts val="2800"/>
              </a:lnSpc>
              <a:defRPr/>
            </a:lvl5pPr>
          </a:lstStyle>
          <a:p>
            <a:pPr lvl="0"/>
            <a:r>
              <a:rPr lang="zh-TW" altLang="en-US" dirty="0" smtClean="0"/>
              <a:t>按一下以編輯母片文字樣式</a:t>
            </a:r>
          </a:p>
          <a:p>
            <a:pPr marL="0" lvl="1" indent="0" algn="l" rtl="0" eaLnBrk="1" latinLnBrk="0" hangingPunct="1">
              <a:lnSpc>
                <a:spcPct val="100000"/>
              </a:lnSpc>
              <a:spcBef>
                <a:spcPts val="1200"/>
              </a:spcBef>
              <a:buClr>
                <a:schemeClr val="accent3">
                  <a:lumMod val="75000"/>
                </a:schemeClr>
              </a:buClr>
              <a:buSzPct val="90000"/>
              <a:buFontTx/>
              <a:buNone/>
            </a:pPr>
            <a:r>
              <a:rPr lang="zh-TW" altLang="en-US" dirty="0" smtClean="0"/>
              <a:t>第二層</a:t>
            </a:r>
          </a:p>
          <a:p>
            <a:pPr marL="360000" lvl="2" indent="-360000" algn="l" rtl="0" eaLnBrk="1" latinLnBrk="0" hangingPunct="1">
              <a:lnSpc>
                <a:spcPct val="100000"/>
              </a:lnSpc>
              <a:spcBef>
                <a:spcPts val="1200"/>
              </a:spcBef>
              <a:spcAft>
                <a:spcPts val="200"/>
              </a:spcAft>
              <a:buClr>
                <a:srgbClr val="AE2A7F"/>
              </a:buClr>
              <a:buSzPct val="90000"/>
              <a:buFontTx/>
              <a:buNone/>
            </a:pPr>
            <a:r>
              <a:rPr lang="zh-TW" altLang="en-US" dirty="0" smtClean="0"/>
              <a:t>第三層</a:t>
            </a:r>
          </a:p>
          <a:p>
            <a:pPr lvl="3"/>
            <a:r>
              <a:rPr lang="zh-TW" altLang="en-US" dirty="0" smtClean="0"/>
              <a:t>第四層</a:t>
            </a:r>
          </a:p>
          <a:p>
            <a:pPr lvl="4"/>
            <a:r>
              <a:rPr lang="zh-TW" altLang="en-US" dirty="0" smtClean="0"/>
              <a:t>第五層</a:t>
            </a:r>
            <a:endParaRPr lang="zh-TW" altLang="en-US" dirty="0"/>
          </a:p>
        </p:txBody>
      </p:sp>
      <p:grpSp>
        <p:nvGrpSpPr>
          <p:cNvPr id="7" name="群組 6"/>
          <p:cNvGrpSpPr/>
          <p:nvPr userDrawn="1"/>
        </p:nvGrpSpPr>
        <p:grpSpPr>
          <a:xfrm>
            <a:off x="8286776" y="6160557"/>
            <a:ext cx="579124" cy="652819"/>
            <a:chOff x="8286776" y="6160557"/>
            <a:chExt cx="579124" cy="652819"/>
          </a:xfrm>
        </p:grpSpPr>
        <p:sp>
          <p:nvSpPr>
            <p:cNvPr id="4" name="橢圓形圖說文字 3"/>
            <p:cNvSpPr/>
            <p:nvPr/>
          </p:nvSpPr>
          <p:spPr>
            <a:xfrm flipH="1">
              <a:off x="8286776" y="6160557"/>
              <a:ext cx="579124" cy="579126"/>
            </a:xfrm>
            <a:prstGeom prst="wedgeEllipseCallout">
              <a:avLst>
                <a:gd name="adj1" fmla="val -47623"/>
                <a:gd name="adj2" fmla="val 46426"/>
              </a:avLst>
            </a:prstGeom>
            <a:solidFill>
              <a:schemeClr val="tx1">
                <a:lumMod val="85000"/>
                <a:lumOff val="15000"/>
                <a:alpha val="9098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B5D14F"/>
                </a:solidFill>
              </a:endParaRPr>
            </a:p>
          </p:txBody>
        </p:sp>
        <p:sp>
          <p:nvSpPr>
            <p:cNvPr id="6" name="文字方塊 5">
              <a:hlinkClick r:id="rId2" action="ppaction://hlinksldjump"/>
            </p:cNvPr>
            <p:cNvSpPr txBox="1"/>
            <p:nvPr/>
          </p:nvSpPr>
          <p:spPr>
            <a:xfrm>
              <a:off x="8316416" y="6167045"/>
              <a:ext cx="497475" cy="646331"/>
            </a:xfrm>
            <a:prstGeom prst="rect">
              <a:avLst/>
            </a:prstGeom>
            <a:noFill/>
          </p:spPr>
          <p:txBody>
            <a:bodyPr wrap="square" rtlCol="0">
              <a:spAutoFit/>
            </a:bodyPr>
            <a:lstStyle/>
            <a:p>
              <a:pPr>
                <a:lnSpc>
                  <a:spcPct val="100000"/>
                </a:lnSpc>
              </a:pPr>
              <a:r>
                <a:rPr lang="zh-TW" altLang="en-US" sz="2400" b="1" dirty="0" smtClean="0">
                  <a:solidFill>
                    <a:schemeClr val="accent3">
                      <a:lumMod val="20000"/>
                      <a:lumOff val="80000"/>
                    </a:schemeClr>
                  </a:solidFill>
                </a:rPr>
                <a:t>回</a:t>
              </a:r>
              <a:endParaRPr lang="en-US" altLang="zh-TW" sz="2400" b="1" dirty="0" smtClean="0">
                <a:solidFill>
                  <a:schemeClr val="accent3">
                    <a:lumMod val="20000"/>
                    <a:lumOff val="80000"/>
                  </a:schemeClr>
                </a:solidFill>
              </a:endParaRPr>
            </a:p>
            <a:p>
              <a:r>
                <a:rPr lang="zh-TW" altLang="en-US" sz="1800" b="1" baseline="20000" dirty="0" smtClean="0">
                  <a:solidFill>
                    <a:schemeClr val="accent3">
                      <a:lumMod val="20000"/>
                      <a:lumOff val="80000"/>
                    </a:schemeClr>
                  </a:solidFill>
                </a:rPr>
                <a:t>首頁</a:t>
              </a:r>
              <a:endParaRPr lang="zh-TW" altLang="en-US" sz="1800" b="1" baseline="20000" dirty="0">
                <a:solidFill>
                  <a:schemeClr val="accent3">
                    <a:lumMod val="20000"/>
                    <a:lumOff val="80000"/>
                  </a:schemeClr>
                </a:solidFill>
              </a:endParaRPr>
            </a:p>
          </p:txBody>
        </p:sp>
      </p:grpSp>
      <p:sp>
        <p:nvSpPr>
          <p:cNvPr id="8" name="標題版面配置區 21"/>
          <p:cNvSpPr>
            <a:spLocks noGrp="1"/>
          </p:cNvSpPr>
          <p:nvPr>
            <p:ph type="title"/>
          </p:nvPr>
        </p:nvSpPr>
        <p:spPr>
          <a:xfrm>
            <a:off x="422936" y="764704"/>
            <a:ext cx="8325528" cy="576064"/>
          </a:xfrm>
          <a:prstGeom prst="rect">
            <a:avLst/>
          </a:prstGeom>
        </p:spPr>
        <p:txBody>
          <a:bodyPr vert="horz" anchor="ctr">
            <a:normAutofit/>
          </a:bodyPr>
          <a:lstStyle>
            <a:lvl1pPr>
              <a:defRPr sz="2800"/>
            </a:lvl1pPr>
          </a:lstStyle>
          <a:p>
            <a:r>
              <a:rPr kumimoji="0" lang="zh-TW" altLang="en-US" dirty="0" smtClean="0"/>
              <a:t>按一下以編輯母片標題樣式</a:t>
            </a:r>
            <a:endParaRPr kumimoji="0" lang="en-US" dirty="0"/>
          </a:p>
        </p:txBody>
      </p:sp>
    </p:spTree>
    <p:extLst>
      <p:ext uri="{BB962C8B-B14F-4D97-AF65-F5344CB8AC3E}">
        <p14:creationId xmlns:p14="http://schemas.microsoft.com/office/powerpoint/2010/main" val="357054210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內文">
    <p:spTree>
      <p:nvGrpSpPr>
        <p:cNvPr id="1" name=""/>
        <p:cNvGrpSpPr/>
        <p:nvPr/>
      </p:nvGrpSpPr>
      <p:grpSpPr>
        <a:xfrm>
          <a:off x="0" y="0"/>
          <a:ext cx="0" cy="0"/>
          <a:chOff x="0" y="0"/>
          <a:chExt cx="0" cy="0"/>
        </a:xfrm>
      </p:grpSpPr>
      <p:sp>
        <p:nvSpPr>
          <p:cNvPr id="5" name="內容版面配置區 4"/>
          <p:cNvSpPr>
            <a:spLocks noGrp="1"/>
          </p:cNvSpPr>
          <p:nvPr>
            <p:ph sz="quarter" idx="10"/>
          </p:nvPr>
        </p:nvSpPr>
        <p:spPr>
          <a:xfrm>
            <a:off x="431999" y="741600"/>
            <a:ext cx="8280000" cy="5760000"/>
          </a:xfrm>
        </p:spPr>
        <p:txBody>
          <a:bodyPr/>
          <a:lstStyle>
            <a:lvl1pPr>
              <a:defRPr sz="2800"/>
            </a:lvl1pPr>
            <a:lvl2pPr>
              <a:spcBef>
                <a:spcPts val="600"/>
              </a:spcBef>
              <a:defRPr kumimoji="0" lang="zh-TW" altLang="en-US" sz="2400" b="1" kern="1200" dirty="0" smtClean="0">
                <a:solidFill>
                  <a:schemeClr val="accent5">
                    <a:lumMod val="75000"/>
                  </a:schemeClr>
                </a:solidFill>
                <a:latin typeface="+mj-ea"/>
                <a:ea typeface="+mj-ea"/>
                <a:cs typeface="+mn-cs"/>
              </a:defRPr>
            </a:lvl2pPr>
            <a:lvl3pPr marL="0" indent="0">
              <a:spcBef>
                <a:spcPts val="600"/>
              </a:spcBef>
              <a:spcAft>
                <a:spcPts val="0"/>
              </a:spcAft>
              <a:defRPr kumimoji="0" lang="zh-TW" altLang="en-US" sz="2000" b="1" u="dottedHeavy" kern="1200" baseline="0" dirty="0" smtClean="0">
                <a:solidFill>
                  <a:srgbClr val="C67A48"/>
                </a:solidFill>
                <a:latin typeface="+mj-ea"/>
                <a:ea typeface="+mj-ea"/>
                <a:cs typeface="+mn-cs"/>
              </a:defRPr>
            </a:lvl3pPr>
            <a:lvl4pPr>
              <a:lnSpc>
                <a:spcPts val="2800"/>
              </a:lnSpc>
              <a:spcBef>
                <a:spcPts val="600"/>
              </a:spcBef>
              <a:spcAft>
                <a:spcPts val="0"/>
              </a:spcAft>
              <a:defRPr/>
            </a:lvl4pPr>
            <a:lvl5pPr>
              <a:lnSpc>
                <a:spcPts val="2800"/>
              </a:lnSpc>
              <a:defRPr/>
            </a:lvl5pPr>
          </a:lstStyle>
          <a:p>
            <a:pPr lvl="0"/>
            <a:r>
              <a:rPr lang="zh-TW" altLang="en-US" dirty="0" smtClean="0"/>
              <a:t>按一下以編輯母片文字樣式</a:t>
            </a:r>
          </a:p>
          <a:p>
            <a:pPr marL="0" lvl="1" indent="0" algn="l" rtl="0" eaLnBrk="1" latinLnBrk="0" hangingPunct="1">
              <a:lnSpc>
                <a:spcPct val="100000"/>
              </a:lnSpc>
              <a:spcBef>
                <a:spcPts val="1200"/>
              </a:spcBef>
              <a:buClr>
                <a:schemeClr val="accent3">
                  <a:lumMod val="75000"/>
                </a:schemeClr>
              </a:buClr>
              <a:buSzPct val="90000"/>
              <a:buFontTx/>
              <a:buNone/>
            </a:pPr>
            <a:r>
              <a:rPr lang="zh-TW" altLang="en-US" dirty="0" smtClean="0"/>
              <a:t>第二層</a:t>
            </a:r>
          </a:p>
          <a:p>
            <a:pPr marL="360000" lvl="2" indent="-360000" algn="l" rtl="0" eaLnBrk="1" latinLnBrk="0" hangingPunct="1">
              <a:lnSpc>
                <a:spcPct val="100000"/>
              </a:lnSpc>
              <a:spcBef>
                <a:spcPts val="1200"/>
              </a:spcBef>
              <a:spcAft>
                <a:spcPts val="200"/>
              </a:spcAft>
              <a:buClr>
                <a:srgbClr val="AE2A7F"/>
              </a:buClr>
              <a:buSzPct val="90000"/>
              <a:buFontTx/>
              <a:buNone/>
            </a:pPr>
            <a:r>
              <a:rPr lang="zh-TW" altLang="en-US" dirty="0" smtClean="0"/>
              <a:t>第三層</a:t>
            </a:r>
          </a:p>
          <a:p>
            <a:pPr lvl="3"/>
            <a:r>
              <a:rPr lang="zh-TW" altLang="en-US" dirty="0" smtClean="0"/>
              <a:t>第四層</a:t>
            </a:r>
          </a:p>
          <a:p>
            <a:pPr lvl="4"/>
            <a:r>
              <a:rPr lang="zh-TW" altLang="en-US" dirty="0" smtClean="0"/>
              <a:t>第五層</a:t>
            </a:r>
            <a:endParaRPr lang="zh-TW" altLang="en-US" dirty="0"/>
          </a:p>
        </p:txBody>
      </p:sp>
    </p:spTree>
    <p:extLst>
      <p:ext uri="{BB962C8B-B14F-4D97-AF65-F5344CB8AC3E}">
        <p14:creationId xmlns:p14="http://schemas.microsoft.com/office/powerpoint/2010/main" val="148227788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標題文字">
    <p:spTree>
      <p:nvGrpSpPr>
        <p:cNvPr id="1" name=""/>
        <p:cNvGrpSpPr/>
        <p:nvPr/>
      </p:nvGrpSpPr>
      <p:grpSpPr>
        <a:xfrm>
          <a:off x="0" y="0"/>
          <a:ext cx="0" cy="0"/>
          <a:chOff x="0" y="0"/>
          <a:chExt cx="0" cy="0"/>
        </a:xfrm>
      </p:grpSpPr>
      <p:sp>
        <p:nvSpPr>
          <p:cNvPr id="5" name="內容版面配置區 4"/>
          <p:cNvSpPr>
            <a:spLocks noGrp="1"/>
          </p:cNvSpPr>
          <p:nvPr>
            <p:ph sz="quarter" idx="10"/>
          </p:nvPr>
        </p:nvSpPr>
        <p:spPr>
          <a:xfrm>
            <a:off x="431999" y="741600"/>
            <a:ext cx="8280000" cy="5760000"/>
          </a:xfrm>
        </p:spPr>
        <p:txBody>
          <a:bodyPr/>
          <a:lstStyle>
            <a:lvl2pPr>
              <a:defRPr kumimoji="0" lang="zh-TW" altLang="en-US" sz="2800" b="1" kern="1200" dirty="0" smtClean="0">
                <a:solidFill>
                  <a:schemeClr val="accent5">
                    <a:lumMod val="75000"/>
                  </a:schemeClr>
                </a:solidFill>
                <a:latin typeface="+mj-ea"/>
                <a:ea typeface="+mj-ea"/>
                <a:cs typeface="+mn-cs"/>
              </a:defRPr>
            </a:lvl2pPr>
            <a:lvl3pPr marL="0" indent="0">
              <a:defRPr kumimoji="0" lang="zh-TW" altLang="en-US" sz="2500" b="1" u="dottedHeavy" kern="1200" baseline="0" dirty="0" smtClean="0">
                <a:solidFill>
                  <a:srgbClr val="C67A48"/>
                </a:solidFill>
                <a:latin typeface="+mj-ea"/>
                <a:ea typeface="+mj-ea"/>
                <a:cs typeface="+mn-cs"/>
              </a:defRPr>
            </a:lvl3pPr>
            <a:lvl4pPr>
              <a:spcAft>
                <a:spcPts val="200"/>
              </a:spcAft>
              <a:defRPr/>
            </a:lvl4pPr>
          </a:lstStyle>
          <a:p>
            <a:pPr lvl="0"/>
            <a:r>
              <a:rPr lang="zh-TW" altLang="en-US" dirty="0" smtClean="0"/>
              <a:t>按一下以編輯母片文字樣式</a:t>
            </a:r>
          </a:p>
          <a:p>
            <a:pPr marL="0" lvl="1" indent="0" algn="l" rtl="0" eaLnBrk="1" latinLnBrk="0" hangingPunct="1">
              <a:lnSpc>
                <a:spcPct val="100000"/>
              </a:lnSpc>
              <a:spcBef>
                <a:spcPts val="1200"/>
              </a:spcBef>
              <a:buClr>
                <a:schemeClr val="accent3">
                  <a:lumMod val="75000"/>
                </a:schemeClr>
              </a:buClr>
              <a:buSzPct val="90000"/>
              <a:buFontTx/>
              <a:buNone/>
            </a:pPr>
            <a:r>
              <a:rPr lang="zh-TW" altLang="en-US" dirty="0" smtClean="0"/>
              <a:t>第二層</a:t>
            </a:r>
          </a:p>
          <a:p>
            <a:pPr marL="360000" lvl="2" indent="-360000" algn="l" rtl="0" eaLnBrk="1" latinLnBrk="0" hangingPunct="1">
              <a:lnSpc>
                <a:spcPct val="100000"/>
              </a:lnSpc>
              <a:spcBef>
                <a:spcPts val="1200"/>
              </a:spcBef>
              <a:spcAft>
                <a:spcPts val="200"/>
              </a:spcAft>
              <a:buClr>
                <a:srgbClr val="AE2A7F"/>
              </a:buClr>
              <a:buSzPct val="90000"/>
              <a:buFontTx/>
              <a:buNone/>
            </a:pPr>
            <a:r>
              <a:rPr lang="zh-TW" altLang="en-US" dirty="0" smtClean="0"/>
              <a:t>第三層</a:t>
            </a:r>
          </a:p>
          <a:p>
            <a:pPr lvl="3"/>
            <a:r>
              <a:rPr lang="zh-TW" altLang="en-US" dirty="0" smtClean="0"/>
              <a:t>第四層</a:t>
            </a:r>
          </a:p>
          <a:p>
            <a:pPr lvl="4"/>
            <a:r>
              <a:rPr lang="zh-TW" altLang="en-US" dirty="0" smtClean="0"/>
              <a:t>第五層</a:t>
            </a:r>
            <a:endParaRPr lang="zh-TW" altLang="en-US" dirty="0"/>
          </a:p>
        </p:txBody>
      </p:sp>
      <p:grpSp>
        <p:nvGrpSpPr>
          <p:cNvPr id="7" name="群組 6"/>
          <p:cNvGrpSpPr/>
          <p:nvPr userDrawn="1"/>
        </p:nvGrpSpPr>
        <p:grpSpPr>
          <a:xfrm>
            <a:off x="8286776" y="6160557"/>
            <a:ext cx="579124" cy="652819"/>
            <a:chOff x="8286776" y="6160557"/>
            <a:chExt cx="579124" cy="652819"/>
          </a:xfrm>
        </p:grpSpPr>
        <p:sp>
          <p:nvSpPr>
            <p:cNvPr id="4" name="橢圓形圖說文字 3"/>
            <p:cNvSpPr/>
            <p:nvPr/>
          </p:nvSpPr>
          <p:spPr>
            <a:xfrm flipH="1">
              <a:off x="8286776" y="6160557"/>
              <a:ext cx="579124" cy="579126"/>
            </a:xfrm>
            <a:prstGeom prst="wedgeEllipseCallout">
              <a:avLst>
                <a:gd name="adj1" fmla="val -47623"/>
                <a:gd name="adj2" fmla="val 46426"/>
              </a:avLst>
            </a:prstGeom>
            <a:solidFill>
              <a:srgbClr val="786CAE">
                <a:alpha val="9098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B5D14F"/>
                </a:solidFill>
              </a:endParaRPr>
            </a:p>
          </p:txBody>
        </p:sp>
        <p:sp>
          <p:nvSpPr>
            <p:cNvPr id="6" name="文字方塊 5">
              <a:hlinkClick r:id="rId2" action="ppaction://hlinksldjump"/>
            </p:cNvPr>
            <p:cNvSpPr txBox="1"/>
            <p:nvPr/>
          </p:nvSpPr>
          <p:spPr>
            <a:xfrm>
              <a:off x="8327600" y="6167045"/>
              <a:ext cx="497475" cy="646331"/>
            </a:xfrm>
            <a:prstGeom prst="rect">
              <a:avLst/>
            </a:prstGeom>
            <a:noFill/>
          </p:spPr>
          <p:txBody>
            <a:bodyPr wrap="square" rtlCol="0">
              <a:spAutoFit/>
            </a:bodyPr>
            <a:lstStyle/>
            <a:p>
              <a:pPr>
                <a:lnSpc>
                  <a:spcPct val="100000"/>
                </a:lnSpc>
              </a:pPr>
              <a:r>
                <a:rPr lang="zh-TW" altLang="en-US" sz="2400" b="1" dirty="0" smtClean="0">
                  <a:solidFill>
                    <a:schemeClr val="accent3">
                      <a:lumMod val="20000"/>
                      <a:lumOff val="80000"/>
                    </a:schemeClr>
                  </a:solidFill>
                </a:rPr>
                <a:t>回</a:t>
              </a:r>
              <a:endParaRPr lang="en-US" altLang="zh-TW" sz="2400" b="1" dirty="0" smtClean="0">
                <a:solidFill>
                  <a:schemeClr val="accent3">
                    <a:lumMod val="20000"/>
                    <a:lumOff val="80000"/>
                  </a:schemeClr>
                </a:solidFill>
              </a:endParaRPr>
            </a:p>
            <a:p>
              <a:r>
                <a:rPr lang="zh-TW" altLang="en-US" sz="1800" b="1" baseline="20000" dirty="0" smtClean="0">
                  <a:solidFill>
                    <a:schemeClr val="accent3">
                      <a:lumMod val="20000"/>
                      <a:lumOff val="80000"/>
                    </a:schemeClr>
                  </a:solidFill>
                </a:rPr>
                <a:t>首頁</a:t>
              </a:r>
              <a:endParaRPr lang="zh-TW" altLang="en-US" sz="1800" b="1" baseline="20000" dirty="0">
                <a:solidFill>
                  <a:schemeClr val="accent3">
                    <a:lumMod val="20000"/>
                    <a:lumOff val="80000"/>
                  </a:schemeClr>
                </a:solidFill>
              </a:endParaRPr>
            </a:p>
          </p:txBody>
        </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文字">
    <p:spTree>
      <p:nvGrpSpPr>
        <p:cNvPr id="1" name=""/>
        <p:cNvGrpSpPr/>
        <p:nvPr/>
      </p:nvGrpSpPr>
      <p:grpSpPr>
        <a:xfrm>
          <a:off x="0" y="0"/>
          <a:ext cx="0" cy="0"/>
          <a:chOff x="0" y="0"/>
          <a:chExt cx="0" cy="0"/>
        </a:xfrm>
      </p:grpSpPr>
      <p:sp>
        <p:nvSpPr>
          <p:cNvPr id="4" name="內容版面配置區 3"/>
          <p:cNvSpPr>
            <a:spLocks noGrp="1"/>
          </p:cNvSpPr>
          <p:nvPr>
            <p:ph sz="quarter" idx="10"/>
          </p:nvPr>
        </p:nvSpPr>
        <p:spPr>
          <a:xfrm>
            <a:off x="432000" y="1100834"/>
            <a:ext cx="8280000" cy="5400000"/>
          </a:xfrm>
        </p:spPr>
        <p:txBody>
          <a:bodyPr/>
          <a:lstStyle>
            <a:lvl2pPr>
              <a:defRPr kumimoji="0" lang="zh-TW" altLang="en-US" sz="2800" b="1" kern="1200" dirty="0" smtClean="0">
                <a:solidFill>
                  <a:schemeClr val="accent5">
                    <a:lumMod val="75000"/>
                  </a:schemeClr>
                </a:solidFill>
                <a:latin typeface="+mj-ea"/>
                <a:ea typeface="+mj-ea"/>
                <a:cs typeface="+mn-cs"/>
              </a:defRPr>
            </a:lvl2pPr>
            <a:lvl3pPr>
              <a:defRPr>
                <a:solidFill>
                  <a:srgbClr val="C67A48"/>
                </a:solidFill>
              </a:defRPr>
            </a:lvl3pPr>
            <a:lvl4pPr>
              <a:spcAft>
                <a:spcPts val="200"/>
              </a:spcAft>
              <a:defRPr/>
            </a:lvl4pPr>
          </a:lstStyle>
          <a:p>
            <a:pPr lvl="0"/>
            <a:r>
              <a:rPr lang="zh-TW" altLang="en-US" dirty="0" smtClean="0"/>
              <a:t>按一下以編輯母片文字樣式</a:t>
            </a:r>
          </a:p>
          <a:p>
            <a:pPr marL="0" lvl="1" indent="0" algn="l" rtl="0" eaLnBrk="1" latinLnBrk="0" hangingPunct="1">
              <a:lnSpc>
                <a:spcPct val="100000"/>
              </a:lnSpc>
              <a:spcBef>
                <a:spcPts val="1200"/>
              </a:spcBef>
              <a:buClr>
                <a:schemeClr val="accent3">
                  <a:lumMod val="75000"/>
                </a:schemeClr>
              </a:buClr>
              <a:buSzPct val="90000"/>
              <a:buFontTx/>
              <a:buNone/>
            </a:pPr>
            <a:r>
              <a:rPr lang="zh-TW" altLang="en-US" dirty="0" smtClean="0"/>
              <a:t>第二層</a:t>
            </a:r>
          </a:p>
          <a:p>
            <a:pPr lvl="2"/>
            <a:r>
              <a:rPr lang="zh-TW" altLang="en-US" dirty="0" smtClean="0"/>
              <a:t>第三層</a:t>
            </a:r>
          </a:p>
          <a:p>
            <a:pPr lvl="3"/>
            <a:r>
              <a:rPr lang="zh-TW" altLang="en-US" dirty="0" smtClean="0"/>
              <a:t>第四層</a:t>
            </a:r>
          </a:p>
          <a:p>
            <a:pPr lvl="4"/>
            <a:r>
              <a:rPr lang="zh-TW" altLang="en-US" dirty="0" smtClean="0"/>
              <a:t>第五層</a:t>
            </a:r>
            <a:endParaRPr lang="zh-TW" altLang="en-US"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標題文字_雙欄">
    <p:spTree>
      <p:nvGrpSpPr>
        <p:cNvPr id="1" name=""/>
        <p:cNvGrpSpPr/>
        <p:nvPr/>
      </p:nvGrpSpPr>
      <p:grpSpPr>
        <a:xfrm>
          <a:off x="0" y="0"/>
          <a:ext cx="0" cy="0"/>
          <a:chOff x="0" y="0"/>
          <a:chExt cx="0" cy="0"/>
        </a:xfrm>
      </p:grpSpPr>
      <p:sp>
        <p:nvSpPr>
          <p:cNvPr id="4" name="內容版面配置區 3"/>
          <p:cNvSpPr>
            <a:spLocks noGrp="1"/>
          </p:cNvSpPr>
          <p:nvPr>
            <p:ph sz="quarter" idx="10"/>
          </p:nvPr>
        </p:nvSpPr>
        <p:spPr>
          <a:xfrm>
            <a:off x="431999" y="648000"/>
            <a:ext cx="4067993" cy="5760000"/>
          </a:xfrm>
        </p:spPr>
        <p:txBody>
          <a:bodyPr/>
          <a:lstStyle>
            <a:lvl2pPr>
              <a:defRPr>
                <a:solidFill>
                  <a:schemeClr val="accent5">
                    <a:lumMod val="75000"/>
                  </a:schemeClr>
                </a:solidFill>
              </a:defRPr>
            </a:lvl2pPr>
            <a:lvl3pPr>
              <a:defRPr>
                <a:solidFill>
                  <a:srgbClr val="00B050"/>
                </a:solidFill>
              </a:defRPr>
            </a:lvl3pPr>
          </a:lstStyle>
          <a:p>
            <a:pPr lvl="0"/>
            <a:r>
              <a:rPr lang="zh-TW" altLang="en-US" dirty="0" smtClean="0"/>
              <a:t>按一下以編輯母片文字樣式</a:t>
            </a:r>
          </a:p>
          <a:p>
            <a:pPr lvl="1"/>
            <a:r>
              <a:rPr lang="zh-TW" altLang="en-US" dirty="0" smtClean="0"/>
              <a:t>第二層</a:t>
            </a:r>
          </a:p>
          <a:p>
            <a:pPr lvl="2"/>
            <a:r>
              <a:rPr lang="zh-TW" altLang="en-US" dirty="0" smtClean="0"/>
              <a:t>第三層</a:t>
            </a:r>
          </a:p>
          <a:p>
            <a:pPr lvl="3"/>
            <a:r>
              <a:rPr lang="zh-TW" altLang="en-US" dirty="0" smtClean="0"/>
              <a:t>第四層</a:t>
            </a:r>
          </a:p>
          <a:p>
            <a:pPr lvl="4"/>
            <a:r>
              <a:rPr lang="zh-TW" altLang="en-US" dirty="0" smtClean="0"/>
              <a:t>第五層</a:t>
            </a:r>
            <a:endParaRPr lang="zh-TW" altLang="en-US" dirty="0"/>
          </a:p>
        </p:txBody>
      </p:sp>
      <p:sp>
        <p:nvSpPr>
          <p:cNvPr id="5" name="內容版面配置區 4"/>
          <p:cNvSpPr>
            <a:spLocks noGrp="1"/>
          </p:cNvSpPr>
          <p:nvPr>
            <p:ph sz="quarter" idx="11"/>
          </p:nvPr>
        </p:nvSpPr>
        <p:spPr>
          <a:xfrm>
            <a:off x="4572000" y="648000"/>
            <a:ext cx="3960812" cy="5760000"/>
          </a:xfrm>
        </p:spPr>
        <p:txBody>
          <a:bodyPr/>
          <a:lstStyle>
            <a:lvl2pPr>
              <a:defRPr>
                <a:solidFill>
                  <a:schemeClr val="accent5">
                    <a:lumMod val="75000"/>
                  </a:schemeClr>
                </a:solidFill>
              </a:defRPr>
            </a:lvl2pPr>
            <a:lvl3pPr>
              <a:defRPr>
                <a:solidFill>
                  <a:srgbClr val="00B050"/>
                </a:solidFill>
              </a:defRPr>
            </a:lvl3pPr>
          </a:lstStyle>
          <a:p>
            <a:pPr lvl="0"/>
            <a:r>
              <a:rPr lang="zh-TW" altLang="en-US" dirty="0" smtClean="0"/>
              <a:t>按一下以編輯母片文字樣式</a:t>
            </a:r>
          </a:p>
          <a:p>
            <a:pPr lvl="1"/>
            <a:r>
              <a:rPr lang="zh-TW" altLang="en-US" dirty="0" smtClean="0"/>
              <a:t>第二層</a:t>
            </a:r>
          </a:p>
          <a:p>
            <a:pPr lvl="2"/>
            <a:r>
              <a:rPr lang="zh-TW" altLang="en-US" dirty="0" smtClean="0"/>
              <a:t>第三層</a:t>
            </a:r>
          </a:p>
          <a:p>
            <a:pPr lvl="3"/>
            <a:r>
              <a:rPr lang="zh-TW" altLang="en-US" dirty="0" smtClean="0"/>
              <a:t>第四層</a:t>
            </a:r>
          </a:p>
          <a:p>
            <a:pPr lvl="4"/>
            <a:r>
              <a:rPr lang="zh-TW" altLang="en-US" dirty="0" smtClean="0"/>
              <a:t>第五層</a:t>
            </a:r>
            <a:endParaRPr lang="zh-TW" altLang="en-US"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文字_雙欄">
    <p:spTree>
      <p:nvGrpSpPr>
        <p:cNvPr id="1" name=""/>
        <p:cNvGrpSpPr/>
        <p:nvPr/>
      </p:nvGrpSpPr>
      <p:grpSpPr>
        <a:xfrm>
          <a:off x="0" y="0"/>
          <a:ext cx="0" cy="0"/>
          <a:chOff x="0" y="0"/>
          <a:chExt cx="0" cy="0"/>
        </a:xfrm>
      </p:grpSpPr>
      <p:sp>
        <p:nvSpPr>
          <p:cNvPr id="4" name="內容版面配置區 3"/>
          <p:cNvSpPr>
            <a:spLocks noGrp="1"/>
          </p:cNvSpPr>
          <p:nvPr>
            <p:ph sz="quarter" idx="10"/>
          </p:nvPr>
        </p:nvSpPr>
        <p:spPr>
          <a:xfrm>
            <a:off x="432000" y="1007999"/>
            <a:ext cx="4067992" cy="5400000"/>
          </a:xfrm>
        </p:spPr>
        <p:txBody>
          <a:bodyPr/>
          <a:lstStyle>
            <a:lvl2pPr>
              <a:defRPr>
                <a:solidFill>
                  <a:schemeClr val="accent5">
                    <a:lumMod val="75000"/>
                  </a:schemeClr>
                </a:solidFill>
              </a:defRPr>
            </a:lvl2pPr>
            <a:lvl3pPr>
              <a:defRPr>
                <a:solidFill>
                  <a:srgbClr val="00B050"/>
                </a:solidFill>
              </a:defRPr>
            </a:lvl3pPr>
          </a:lstStyle>
          <a:p>
            <a:pPr lvl="0"/>
            <a:r>
              <a:rPr lang="zh-TW" altLang="en-US" dirty="0" smtClean="0"/>
              <a:t>按一下以編輯母片文字樣式</a:t>
            </a:r>
          </a:p>
          <a:p>
            <a:pPr lvl="1"/>
            <a:r>
              <a:rPr lang="zh-TW" altLang="en-US" dirty="0" smtClean="0"/>
              <a:t>第二層</a:t>
            </a:r>
          </a:p>
          <a:p>
            <a:pPr lvl="2"/>
            <a:r>
              <a:rPr lang="zh-TW" altLang="en-US" dirty="0" smtClean="0"/>
              <a:t>第三層</a:t>
            </a:r>
          </a:p>
          <a:p>
            <a:pPr lvl="3"/>
            <a:r>
              <a:rPr lang="zh-TW" altLang="en-US" dirty="0" smtClean="0"/>
              <a:t>第四層</a:t>
            </a:r>
          </a:p>
          <a:p>
            <a:pPr lvl="4"/>
            <a:r>
              <a:rPr lang="zh-TW" altLang="en-US" dirty="0" smtClean="0"/>
              <a:t>第五層</a:t>
            </a:r>
            <a:endParaRPr lang="zh-TW" altLang="en-US" dirty="0"/>
          </a:p>
        </p:txBody>
      </p:sp>
      <p:sp>
        <p:nvSpPr>
          <p:cNvPr id="5" name="內容版面配置區 4"/>
          <p:cNvSpPr>
            <a:spLocks noGrp="1"/>
          </p:cNvSpPr>
          <p:nvPr>
            <p:ph sz="quarter" idx="11"/>
          </p:nvPr>
        </p:nvSpPr>
        <p:spPr>
          <a:xfrm>
            <a:off x="4572000" y="1008000"/>
            <a:ext cx="3960000" cy="5400000"/>
          </a:xfrm>
        </p:spPr>
        <p:txBody>
          <a:bodyPr/>
          <a:lstStyle>
            <a:lvl2pPr>
              <a:defRPr>
                <a:solidFill>
                  <a:schemeClr val="accent5">
                    <a:lumMod val="75000"/>
                  </a:schemeClr>
                </a:solidFill>
              </a:defRPr>
            </a:lvl2pPr>
            <a:lvl3pPr>
              <a:defRPr>
                <a:solidFill>
                  <a:srgbClr val="00B050"/>
                </a:solidFill>
              </a:defRPr>
            </a:lvl3pPr>
          </a:lstStyle>
          <a:p>
            <a:pPr lvl="0"/>
            <a:r>
              <a:rPr lang="zh-TW" altLang="en-US" dirty="0" smtClean="0"/>
              <a:t>按一下以編輯母片文字樣式</a:t>
            </a:r>
          </a:p>
          <a:p>
            <a:pPr lvl="1"/>
            <a:r>
              <a:rPr lang="zh-TW" altLang="en-US" dirty="0" smtClean="0"/>
              <a:t>第二層</a:t>
            </a:r>
          </a:p>
          <a:p>
            <a:pPr lvl="2"/>
            <a:r>
              <a:rPr lang="zh-TW" altLang="en-US" dirty="0" smtClean="0"/>
              <a:t>第三層</a:t>
            </a:r>
          </a:p>
          <a:p>
            <a:pPr lvl="3"/>
            <a:r>
              <a:rPr lang="zh-TW" altLang="en-US" dirty="0" smtClean="0"/>
              <a:t>第四層</a:t>
            </a:r>
          </a:p>
          <a:p>
            <a:pPr lvl="4"/>
            <a:r>
              <a:rPr lang="zh-TW" altLang="en-US" dirty="0" smtClean="0"/>
              <a:t>第五層</a:t>
            </a:r>
            <a:endParaRPr lang="zh-TW" altLang="en-US"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範例">
    <p:spTree>
      <p:nvGrpSpPr>
        <p:cNvPr id="1" name=""/>
        <p:cNvGrpSpPr/>
        <p:nvPr/>
      </p:nvGrpSpPr>
      <p:grpSpPr>
        <a:xfrm>
          <a:off x="0" y="0"/>
          <a:ext cx="0" cy="0"/>
          <a:chOff x="0" y="0"/>
          <a:chExt cx="0" cy="0"/>
        </a:xfrm>
      </p:grpSpPr>
      <p:sp>
        <p:nvSpPr>
          <p:cNvPr id="7" name="內容版面配置區 6"/>
          <p:cNvSpPr>
            <a:spLocks noGrp="1"/>
          </p:cNvSpPr>
          <p:nvPr>
            <p:ph sz="quarter" idx="13"/>
          </p:nvPr>
        </p:nvSpPr>
        <p:spPr>
          <a:xfrm>
            <a:off x="539750" y="1268072"/>
            <a:ext cx="8064500" cy="1728880"/>
          </a:xfrm>
          <a:ln w="19050" cmpd="sng">
            <a:gradFill>
              <a:gsLst>
                <a:gs pos="0">
                  <a:schemeClr val="bg1"/>
                </a:gs>
                <a:gs pos="68000">
                  <a:srgbClr val="EB5405"/>
                </a:gs>
                <a:gs pos="100000">
                  <a:srgbClr val="EB5405"/>
                </a:gs>
              </a:gsLst>
              <a:lin ang="4200000" scaled="0"/>
            </a:gradFill>
          </a:ln>
        </p:spPr>
        <p:txBody>
          <a:bodyPr wrap="square" lIns="252000" tIns="360000" rIns="180000" bIns="72000">
            <a:noAutofit/>
          </a:bodyPr>
          <a:lstStyle>
            <a:lvl1pPr>
              <a:lnSpc>
                <a:spcPts val="2400"/>
              </a:lnSpc>
              <a:spcBef>
                <a:spcPts val="600"/>
              </a:spcBef>
              <a:defRPr sz="1800" b="0">
                <a:solidFill>
                  <a:schemeClr val="tx1"/>
                </a:solidFill>
              </a:defRPr>
            </a:lvl1pPr>
            <a:lvl2pPr>
              <a:spcBef>
                <a:spcPts val="0"/>
              </a:spcBef>
              <a:defRPr/>
            </a:lvl2pPr>
            <a:lvl3pPr>
              <a:spcBef>
                <a:spcPts val="0"/>
              </a:spcBef>
              <a:defRPr/>
            </a:lvl3pPr>
          </a:lstStyle>
          <a:p>
            <a:pPr lvl="0"/>
            <a:r>
              <a:rPr lang="zh-TW" altLang="en-US" dirty="0" smtClean="0"/>
              <a:t>按一下以編輯母片文字樣式</a:t>
            </a:r>
          </a:p>
        </p:txBody>
      </p:sp>
      <p:sp>
        <p:nvSpPr>
          <p:cNvPr id="6" name="文字版面配置區 8"/>
          <p:cNvSpPr>
            <a:spLocks noGrp="1"/>
          </p:cNvSpPr>
          <p:nvPr>
            <p:ph type="body" sz="quarter" idx="12"/>
          </p:nvPr>
        </p:nvSpPr>
        <p:spPr>
          <a:xfrm>
            <a:off x="467544" y="987970"/>
            <a:ext cx="4383998" cy="488201"/>
          </a:xfrm>
          <a:gradFill flip="none" rotWithShape="1">
            <a:gsLst>
              <a:gs pos="0">
                <a:schemeClr val="bg1"/>
              </a:gs>
              <a:gs pos="50000">
                <a:srgbClr val="EB5405"/>
              </a:gs>
              <a:gs pos="100000">
                <a:schemeClr val="accent6"/>
              </a:gs>
            </a:gsLst>
            <a:lin ang="14400000" scaled="0"/>
            <a:tileRect/>
          </a:gradFill>
          <a:ln w="19050"/>
        </p:spPr>
        <p:style>
          <a:lnRef idx="3">
            <a:schemeClr val="lt1"/>
          </a:lnRef>
          <a:fillRef idx="1">
            <a:schemeClr val="accent1"/>
          </a:fillRef>
          <a:effectRef idx="1">
            <a:schemeClr val="accent1"/>
          </a:effectRef>
          <a:fontRef idx="none"/>
        </p:style>
        <p:txBody>
          <a:bodyPr wrap="none" lIns="180000" tIns="72000" rIns="540000" anchor="ctr">
            <a:spAutoFit/>
          </a:bodyPr>
          <a:lstStyle>
            <a:lvl1pPr algn="l">
              <a:lnSpc>
                <a:spcPct val="100000"/>
              </a:lnSpc>
              <a:spcBef>
                <a:spcPts val="0"/>
              </a:spcBef>
              <a:defRPr sz="2400" b="1" i="0" u="none" baseline="0">
                <a:solidFill>
                  <a:schemeClr val="bg1"/>
                </a:solidFill>
                <a:latin typeface="Arial Black" pitchFamily="34" charset="0"/>
                <a:ea typeface="+mj-ea"/>
              </a:defRPr>
            </a:lvl1pPr>
          </a:lstStyle>
          <a:p>
            <a:pPr lvl="0"/>
            <a:r>
              <a:rPr lang="zh-TW" altLang="en-US" dirty="0" smtClean="0"/>
              <a:t>按一下以編輯母片文字樣式</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圖示">
    <p:spTree>
      <p:nvGrpSpPr>
        <p:cNvPr id="1" name=""/>
        <p:cNvGrpSpPr/>
        <p:nvPr/>
      </p:nvGrpSpPr>
      <p:grpSpPr>
        <a:xfrm>
          <a:off x="0" y="0"/>
          <a:ext cx="0" cy="0"/>
          <a:chOff x="0" y="0"/>
          <a:chExt cx="0" cy="0"/>
        </a:xfrm>
      </p:grpSpPr>
      <p:sp>
        <p:nvSpPr>
          <p:cNvPr id="7" name="內容版面配置區 6"/>
          <p:cNvSpPr>
            <a:spLocks noGrp="1"/>
          </p:cNvSpPr>
          <p:nvPr>
            <p:ph sz="quarter" idx="13"/>
          </p:nvPr>
        </p:nvSpPr>
        <p:spPr>
          <a:xfrm>
            <a:off x="539750" y="1484784"/>
            <a:ext cx="8064500" cy="3036931"/>
          </a:xfrm>
          <a:ln w="19050" cmpd="sng">
            <a:gradFill>
              <a:gsLst>
                <a:gs pos="0">
                  <a:schemeClr val="bg1"/>
                </a:gs>
                <a:gs pos="68000">
                  <a:srgbClr val="BE2856"/>
                </a:gs>
                <a:gs pos="100000">
                  <a:srgbClr val="3D3B5F"/>
                </a:gs>
              </a:gsLst>
              <a:lin ang="4200000" scaled="0"/>
            </a:gradFill>
          </a:ln>
        </p:spPr>
        <p:txBody>
          <a:bodyPr lIns="252000" tIns="360000" rIns="180000" bIns="72000">
            <a:spAutoFit/>
          </a:bodyPr>
          <a:lstStyle>
            <a:lvl1pPr>
              <a:lnSpc>
                <a:spcPts val="2400"/>
              </a:lnSpc>
              <a:defRPr sz="2200" b="0">
                <a:solidFill>
                  <a:schemeClr val="tx1"/>
                </a:solidFill>
              </a:defRPr>
            </a:lvl1pPr>
            <a:lvl2pPr>
              <a:defRPr>
                <a:solidFill>
                  <a:srgbClr val="8FC320"/>
                </a:solidFill>
              </a:defRPr>
            </a:lvl2pPr>
            <a:lvl3pPr>
              <a:defRPr>
                <a:solidFill>
                  <a:srgbClr val="00B050"/>
                </a:solidFill>
              </a:defRPr>
            </a:lvl3pPr>
            <a:lvl5pPr>
              <a:buClr>
                <a:srgbClr val="B5D14F"/>
              </a:buClr>
              <a:buFont typeface="Wingdings" pitchFamily="2" charset="2"/>
              <a:buChar char="n"/>
              <a:defRPr/>
            </a:lvl5pPr>
          </a:lstStyle>
          <a:p>
            <a:pPr lvl="0"/>
            <a:r>
              <a:rPr lang="zh-TW" altLang="en-US" dirty="0" smtClean="0"/>
              <a:t>按一下以編輯母片文字樣式</a:t>
            </a:r>
          </a:p>
          <a:p>
            <a:pPr lvl="1"/>
            <a:r>
              <a:rPr lang="zh-TW" altLang="en-US" dirty="0" smtClean="0"/>
              <a:t>第二層</a:t>
            </a:r>
          </a:p>
          <a:p>
            <a:pPr lvl="2"/>
            <a:r>
              <a:rPr lang="zh-TW" altLang="en-US" dirty="0" smtClean="0"/>
              <a:t>第三層</a:t>
            </a:r>
          </a:p>
          <a:p>
            <a:pPr lvl="3"/>
            <a:r>
              <a:rPr lang="zh-TW" altLang="en-US" dirty="0" smtClean="0"/>
              <a:t>第四層</a:t>
            </a:r>
          </a:p>
          <a:p>
            <a:pPr lvl="4"/>
            <a:r>
              <a:rPr lang="zh-TW" altLang="en-US" dirty="0" smtClean="0"/>
              <a:t>第五層</a:t>
            </a:r>
            <a:endParaRPr lang="en-US" altLang="zh-TW" dirty="0" smtClean="0"/>
          </a:p>
          <a:p>
            <a:pPr lvl="4"/>
            <a:endParaRPr lang="zh-TW" altLang="en-US" dirty="0"/>
          </a:p>
        </p:txBody>
      </p:sp>
      <p:sp>
        <p:nvSpPr>
          <p:cNvPr id="6" name="文字版面配置區 8"/>
          <p:cNvSpPr>
            <a:spLocks noGrp="1"/>
          </p:cNvSpPr>
          <p:nvPr>
            <p:ph type="body" sz="quarter" idx="12"/>
          </p:nvPr>
        </p:nvSpPr>
        <p:spPr>
          <a:xfrm>
            <a:off x="467544" y="1196753"/>
            <a:ext cx="4680520" cy="504056"/>
          </a:xfrm>
          <a:gradFill flip="none" rotWithShape="1">
            <a:gsLst>
              <a:gs pos="0">
                <a:schemeClr val="bg1"/>
              </a:gs>
              <a:gs pos="50000">
                <a:srgbClr val="BE2856"/>
              </a:gs>
              <a:gs pos="100000">
                <a:srgbClr val="3D3B5F"/>
              </a:gs>
            </a:gsLst>
            <a:lin ang="14400000" scaled="0"/>
            <a:tileRect/>
          </a:gradFill>
        </p:spPr>
        <p:style>
          <a:lnRef idx="3">
            <a:schemeClr val="lt1"/>
          </a:lnRef>
          <a:fillRef idx="1">
            <a:schemeClr val="accent1"/>
          </a:fillRef>
          <a:effectRef idx="1">
            <a:schemeClr val="accent1"/>
          </a:effectRef>
          <a:fontRef idx="none"/>
        </p:style>
        <p:txBody>
          <a:bodyPr lIns="180000" tIns="72000" anchor="ctr">
            <a:noAutofit/>
          </a:bodyPr>
          <a:lstStyle>
            <a:lvl1pPr algn="l">
              <a:lnSpc>
                <a:spcPct val="100000"/>
              </a:lnSpc>
              <a:spcBef>
                <a:spcPts val="0"/>
              </a:spcBef>
              <a:defRPr sz="2800" b="1" i="0" u="none" baseline="0">
                <a:solidFill>
                  <a:schemeClr val="bg1"/>
                </a:solidFill>
                <a:latin typeface="Arial Black" pitchFamily="34" charset="0"/>
                <a:ea typeface="+mj-ea"/>
              </a:defRPr>
            </a:lvl1pPr>
          </a:lstStyle>
          <a:p>
            <a:pPr lvl="0"/>
            <a:r>
              <a:rPr lang="zh-TW" altLang="en-US" dirty="0" smtClean="0"/>
              <a:t>按一下以編輯母片文字樣式</a:t>
            </a:r>
          </a:p>
        </p:txBody>
      </p:sp>
      <p:grpSp>
        <p:nvGrpSpPr>
          <p:cNvPr id="17" name="群組 16"/>
          <p:cNvGrpSpPr/>
          <p:nvPr userDrawn="1"/>
        </p:nvGrpSpPr>
        <p:grpSpPr>
          <a:xfrm>
            <a:off x="642412" y="6200929"/>
            <a:ext cx="1049268" cy="503533"/>
            <a:chOff x="899592" y="6237835"/>
            <a:chExt cx="1049268" cy="503533"/>
          </a:xfrm>
        </p:grpSpPr>
        <p:sp>
          <p:nvSpPr>
            <p:cNvPr id="18" name="弧形向右箭號 17"/>
            <p:cNvSpPr/>
            <p:nvPr/>
          </p:nvSpPr>
          <p:spPr>
            <a:xfrm rot="612716">
              <a:off x="899592" y="6237835"/>
              <a:ext cx="440592" cy="503533"/>
            </a:xfrm>
            <a:prstGeom prst="curvedRightArrow">
              <a:avLst/>
            </a:prstGeom>
            <a:gradFill>
              <a:gsLst>
                <a:gs pos="0">
                  <a:schemeClr val="bg1"/>
                </a:gs>
                <a:gs pos="50000">
                  <a:srgbClr val="BE2856"/>
                </a:gs>
                <a:gs pos="100000">
                  <a:srgbClr val="3D3B5F"/>
                </a:gs>
              </a:gsLst>
              <a:lin ang="3600000" scaled="0"/>
            </a:gradFill>
            <a:ln w="9525">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19" name="文字方塊 18"/>
            <p:cNvSpPr txBox="1"/>
            <p:nvPr/>
          </p:nvSpPr>
          <p:spPr>
            <a:xfrm>
              <a:off x="940748" y="6304512"/>
              <a:ext cx="1008112" cy="307777"/>
            </a:xfrm>
            <a:prstGeom prst="rect">
              <a:avLst/>
            </a:prstGeom>
            <a:noFill/>
            <a:effectLst>
              <a:outerShdw blurRad="50800" dist="38100" dir="2700000" algn="tl" rotWithShape="0">
                <a:prstClr val="black">
                  <a:alpha val="40000"/>
                </a:prstClr>
              </a:outerShdw>
            </a:effectLst>
            <a:scene3d>
              <a:camera prst="orthographicFront"/>
              <a:lightRig rig="threePt" dir="t"/>
            </a:scene3d>
            <a:sp3d>
              <a:bevelT prst="relaxedInset"/>
            </a:sp3d>
          </p:spPr>
          <p:txBody>
            <a:bodyPr wrap="square" rtlCol="0">
              <a:spAutoFit/>
            </a:bodyPr>
            <a:lstStyle/>
            <a:p>
              <a:r>
                <a:rPr lang="zh-TW" altLang="en-US" sz="1400" b="1" dirty="0" smtClean="0">
                  <a:solidFill>
                    <a:srgbClr val="3D3B5F"/>
                  </a:solidFill>
                </a:rPr>
                <a:t>續下頁</a:t>
              </a:r>
              <a:endParaRPr lang="zh-TW" altLang="en-US" sz="1400" b="1" dirty="0">
                <a:solidFill>
                  <a:srgbClr val="3D3B5F"/>
                </a:solidFill>
              </a:endParaRPr>
            </a:p>
          </p:txBody>
        </p:sp>
      </p:grpSp>
      <p:cxnSp>
        <p:nvCxnSpPr>
          <p:cNvPr id="8" name="直線單箭頭接點 7"/>
          <p:cNvCxnSpPr/>
          <p:nvPr userDrawn="1"/>
        </p:nvCxnSpPr>
        <p:spPr>
          <a:xfrm>
            <a:off x="1979712" y="6021288"/>
            <a:ext cx="360040" cy="648072"/>
          </a:xfrm>
          <a:prstGeom prst="straightConnector1">
            <a:avLst/>
          </a:prstGeom>
          <a:ln>
            <a:solidFill>
              <a:srgbClr val="BE2856"/>
            </a:solidFill>
            <a:tailEnd type="arrow"/>
          </a:ln>
        </p:spPr>
        <p:style>
          <a:lnRef idx="3">
            <a:schemeClr val="accent2"/>
          </a:lnRef>
          <a:fillRef idx="0">
            <a:schemeClr val="accent2"/>
          </a:fillRef>
          <a:effectRef idx="2">
            <a:schemeClr val="accent2"/>
          </a:effectRef>
          <a:fontRef idx="minor">
            <a:schemeClr val="tx1"/>
          </a:fontRef>
        </p:style>
      </p:cxnSp>
      <p:cxnSp>
        <p:nvCxnSpPr>
          <p:cNvPr id="9" name="直線接點 8"/>
          <p:cNvCxnSpPr/>
          <p:nvPr userDrawn="1"/>
        </p:nvCxnSpPr>
        <p:spPr>
          <a:xfrm>
            <a:off x="2627784" y="6237312"/>
            <a:ext cx="2232248" cy="0"/>
          </a:xfrm>
          <a:prstGeom prst="line">
            <a:avLst/>
          </a:prstGeom>
          <a:ln w="38100" cmpd="sng">
            <a:solidFill>
              <a:srgbClr val="BE2856"/>
            </a:solidFill>
          </a:ln>
        </p:spPr>
        <p:style>
          <a:lnRef idx="1">
            <a:schemeClr val="accent1"/>
          </a:lnRef>
          <a:fillRef idx="0">
            <a:schemeClr val="accent1"/>
          </a:fillRef>
          <a:effectRef idx="0">
            <a:schemeClr val="accent1"/>
          </a:effectRef>
          <a:fontRef idx="minor">
            <a:schemeClr val="tx1"/>
          </a:fontRef>
        </p:style>
      </p:cxnSp>
      <p:sp>
        <p:nvSpPr>
          <p:cNvPr id="10" name="矩形 9"/>
          <p:cNvSpPr/>
          <p:nvPr userDrawn="1"/>
        </p:nvSpPr>
        <p:spPr>
          <a:xfrm>
            <a:off x="5292080" y="5949280"/>
            <a:ext cx="360040" cy="432048"/>
          </a:xfrm>
          <a:prstGeom prst="rect">
            <a:avLst/>
          </a:prstGeom>
          <a:solidFill>
            <a:srgbClr val="46799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矩形 10"/>
          <p:cNvSpPr/>
          <p:nvPr userDrawn="1"/>
        </p:nvSpPr>
        <p:spPr>
          <a:xfrm>
            <a:off x="5868144" y="5949280"/>
            <a:ext cx="360040" cy="432048"/>
          </a:xfrm>
          <a:prstGeom prst="rect">
            <a:avLst/>
          </a:prstGeom>
          <a:solidFill>
            <a:srgbClr val="8F3B8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16" name="群組 15"/>
          <p:cNvGrpSpPr/>
          <p:nvPr userDrawn="1"/>
        </p:nvGrpSpPr>
        <p:grpSpPr>
          <a:xfrm>
            <a:off x="6732240" y="5605200"/>
            <a:ext cx="579124" cy="646331"/>
            <a:chOff x="6732240" y="5605200"/>
            <a:chExt cx="579124" cy="646331"/>
          </a:xfrm>
          <a:solidFill>
            <a:srgbClr val="8FC320"/>
          </a:solidFill>
        </p:grpSpPr>
        <p:sp>
          <p:nvSpPr>
            <p:cNvPr id="12" name="橢圓形圖說文字 11"/>
            <p:cNvSpPr/>
            <p:nvPr userDrawn="1"/>
          </p:nvSpPr>
          <p:spPr>
            <a:xfrm flipH="1">
              <a:off x="6732240" y="5622113"/>
              <a:ext cx="579124" cy="579126"/>
            </a:xfrm>
            <a:prstGeom prst="wedgeEllipseCallout">
              <a:avLst>
                <a:gd name="adj1" fmla="val -47623"/>
                <a:gd name="adj2" fmla="val 46426"/>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B5D14F"/>
                </a:solidFill>
              </a:endParaRPr>
            </a:p>
          </p:txBody>
        </p:sp>
        <p:sp>
          <p:nvSpPr>
            <p:cNvPr id="13" name="文字方塊 12"/>
            <p:cNvSpPr txBox="1"/>
            <p:nvPr userDrawn="1"/>
          </p:nvSpPr>
          <p:spPr>
            <a:xfrm>
              <a:off x="6778800" y="5605200"/>
              <a:ext cx="497475" cy="646331"/>
            </a:xfrm>
            <a:prstGeom prst="rect">
              <a:avLst/>
            </a:prstGeom>
            <a:noFill/>
          </p:spPr>
          <p:txBody>
            <a:bodyPr wrap="square" rtlCol="0">
              <a:spAutoFit/>
            </a:bodyPr>
            <a:lstStyle/>
            <a:p>
              <a:pPr>
                <a:lnSpc>
                  <a:spcPct val="100000"/>
                </a:lnSpc>
              </a:pPr>
              <a:r>
                <a:rPr lang="zh-TW" altLang="en-US" sz="2400" b="1" dirty="0" smtClean="0">
                  <a:solidFill>
                    <a:schemeClr val="bg2"/>
                  </a:solidFill>
                </a:rPr>
                <a:t>回</a:t>
              </a:r>
              <a:endParaRPr lang="en-US" altLang="zh-TW" sz="2400" b="1" dirty="0" smtClean="0">
                <a:solidFill>
                  <a:schemeClr val="bg2"/>
                </a:solidFill>
              </a:endParaRPr>
            </a:p>
            <a:p>
              <a:r>
                <a:rPr lang="zh-TW" altLang="en-US" sz="1800" b="1" baseline="20000" dirty="0" smtClean="0">
                  <a:solidFill>
                    <a:schemeClr val="bg2"/>
                  </a:solidFill>
                </a:rPr>
                <a:t>首頁</a:t>
              </a:r>
              <a:endParaRPr lang="zh-TW" altLang="en-US" sz="1800" b="1" baseline="20000" dirty="0">
                <a:solidFill>
                  <a:schemeClr val="bg2"/>
                </a:solidFill>
              </a:endParaRPr>
            </a:p>
          </p:txBody>
        </p:sp>
      </p:grpSp>
      <p:sp>
        <p:nvSpPr>
          <p:cNvPr id="20" name="文字版面配置區 4"/>
          <p:cNvSpPr>
            <a:spLocks noGrp="1"/>
          </p:cNvSpPr>
          <p:nvPr>
            <p:ph type="body" sz="quarter" idx="10"/>
          </p:nvPr>
        </p:nvSpPr>
        <p:spPr>
          <a:xfrm>
            <a:off x="7668344" y="6021288"/>
            <a:ext cx="1249200" cy="468000"/>
          </a:xfrm>
          <a:gradFill>
            <a:gsLst>
              <a:gs pos="0">
                <a:schemeClr val="bg1"/>
              </a:gs>
              <a:gs pos="50000">
                <a:srgbClr val="BE2856"/>
              </a:gs>
              <a:gs pos="100000">
                <a:srgbClr val="3D3B5F"/>
              </a:gs>
            </a:gsLst>
            <a:lin ang="3600000" scaled="0"/>
          </a:gradFill>
          <a:ln>
            <a:solidFill>
              <a:schemeClr val="bg1"/>
            </a:solidFill>
          </a:ln>
          <a:effectLst>
            <a:outerShdw blurRad="25400" dist="12700" dir="13500000" algn="br" rotWithShape="0">
              <a:prstClr val="black">
                <a:alpha val="40000"/>
              </a:prstClr>
            </a:outerShdw>
          </a:effectLst>
        </p:spPr>
        <p:txBody>
          <a:bodyPr lIns="90000" tIns="0">
            <a:noAutofit/>
          </a:bodyPr>
          <a:lstStyle>
            <a:lvl1pPr algn="r">
              <a:spcBef>
                <a:spcPts val="0"/>
              </a:spcBef>
              <a:defRPr sz="1600">
                <a:solidFill>
                  <a:schemeClr val="bg1"/>
                </a:solidFill>
              </a:defRPr>
            </a:lvl1pPr>
          </a:lstStyle>
          <a:p>
            <a:pPr lvl="0"/>
            <a:r>
              <a:rPr lang="zh-TW" altLang="en-US" dirty="0" smtClean="0"/>
              <a:t>按一下以編輯母片文字</a:t>
            </a:r>
            <a:endParaRPr lang="zh-TW" altLang="en-US"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標題投影片">
    <p:bg>
      <p:bgPr>
        <a:solidFill>
          <a:schemeClr val="bg1"/>
        </a:solidFill>
        <a:effectLst/>
      </p:bgPr>
    </p:bg>
    <p:spTree>
      <p:nvGrpSpPr>
        <p:cNvPr id="1" name=""/>
        <p:cNvGrpSpPr/>
        <p:nvPr/>
      </p:nvGrpSpPr>
      <p:grpSpPr>
        <a:xfrm>
          <a:off x="0" y="0"/>
          <a:ext cx="0" cy="0"/>
          <a:chOff x="0" y="0"/>
          <a:chExt cx="0" cy="0"/>
        </a:xfrm>
      </p:grpSpPr>
      <p:pic>
        <p:nvPicPr>
          <p:cNvPr id="2" name="圖片 40"/>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95318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3147045"/>
            <a:ext cx="7772400" cy="1362075"/>
          </a:xfrm>
        </p:spPr>
        <p:txBody>
          <a:bodyPr anchor="t"/>
          <a:lstStyle>
            <a:lvl1pPr algn="ctr">
              <a:defRPr sz="5400" b="0" cap="all">
                <a:solidFill>
                  <a:schemeClr val="tx2"/>
                </a:solidFill>
              </a:defRPr>
            </a:lvl1pPr>
          </a:lstStyle>
          <a:p>
            <a:r>
              <a:rPr lang="zh-TW" altLang="en-US" smtClean="0"/>
              <a:t>按一下以編輯母片標題樣式</a:t>
            </a:r>
            <a:endParaRPr lang="zh-TW" altLang="en-US" dirty="0"/>
          </a:p>
        </p:txBody>
      </p:sp>
      <p:sp>
        <p:nvSpPr>
          <p:cNvPr id="3" name="文字版面配置區 2"/>
          <p:cNvSpPr>
            <a:spLocks noGrp="1"/>
          </p:cNvSpPr>
          <p:nvPr>
            <p:ph type="body" idx="1"/>
          </p:nvPr>
        </p:nvSpPr>
        <p:spPr>
          <a:xfrm>
            <a:off x="722313" y="1646858"/>
            <a:ext cx="7772400" cy="1500187"/>
          </a:xfrm>
        </p:spPr>
        <p:txBody>
          <a:bodyPr anchor="ctr"/>
          <a:lstStyle>
            <a:lvl1pPr marL="0" indent="0" algn="ctr">
              <a:buNone/>
              <a:defRPr sz="4000" b="1">
                <a:solidFill>
                  <a:schemeClr val="tx1">
                    <a:lumMod val="90000"/>
                    <a:lumOff val="10000"/>
                  </a:schemeClr>
                </a:solidFill>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TW" altLang="en-US" smtClean="0"/>
              <a:t>按一下以編輯母片文字樣式</a:t>
            </a:r>
          </a:p>
        </p:txBody>
      </p:sp>
      <p:sp>
        <p:nvSpPr>
          <p:cNvPr id="4" name="Rectangle 6"/>
          <p:cNvSpPr>
            <a:spLocks noGrp="1" noChangeArrowheads="1"/>
          </p:cNvSpPr>
          <p:nvPr>
            <p:ph type="sldNum" sz="quarter" idx="10"/>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1344FD87-FE04-4BE3-9666-A501F0FCB9E2}" type="slidenum">
              <a:rPr kumimoji="0" lang="en-US" altLang="zh-TW" sz="1200" b="0" i="0" u="none" strike="noStrike" kern="1200" cap="none" spc="0" normalizeH="0" baseline="0" noProof="0">
                <a:ln>
                  <a:noFill/>
                </a:ln>
                <a:solidFill>
                  <a:srgbClr val="FFFFFF"/>
                </a:solidFill>
                <a:effectLst/>
                <a:uLnTx/>
                <a:uFillTx/>
                <a:latin typeface="Candara" panose="020E0502030303020204" pitchFamily="34" charset="0"/>
                <a:ea typeface="新細明體" charset="-120"/>
                <a:cs typeface="Cordia New" panose="020B0304020202020204" pitchFamily="34" charset="-34"/>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zh-TW" sz="1200" b="0" i="0" u="none" strike="noStrike" kern="1200" cap="none" spc="0" normalizeH="0" baseline="0" noProof="0">
              <a:ln>
                <a:noFill/>
              </a:ln>
              <a:solidFill>
                <a:srgbClr val="FFFFFF"/>
              </a:solidFill>
              <a:effectLst/>
              <a:uLnTx/>
              <a:uFillTx/>
              <a:latin typeface="Candara" panose="020E0502030303020204" pitchFamily="34" charset="0"/>
              <a:ea typeface="新細明體" charset="-120"/>
              <a:cs typeface="Cordia New" panose="020B0304020202020204" pitchFamily="34" charset="-34"/>
            </a:endParaRPr>
          </a:p>
        </p:txBody>
      </p:sp>
    </p:spTree>
    <p:extLst>
      <p:ext uri="{BB962C8B-B14F-4D97-AF65-F5344CB8AC3E}">
        <p14:creationId xmlns:p14="http://schemas.microsoft.com/office/powerpoint/2010/main" val="17617806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lvl1pPr>
              <a:lnSpc>
                <a:spcPct val="120000"/>
              </a:lnSpc>
              <a:spcBef>
                <a:spcPts val="1200"/>
              </a:spcBef>
              <a:defRPr sz="2600"/>
            </a:lvl1pPr>
          </a:lstStyle>
          <a:p>
            <a:pPr lvl="0"/>
            <a:r>
              <a:rPr lang="zh-TW" altLang="en-US" dirty="0" smtClean="0"/>
              <a:t>按一下以編輯母片文字樣式</a:t>
            </a:r>
          </a:p>
          <a:p>
            <a:pPr lvl="1"/>
            <a:r>
              <a:rPr lang="zh-TW" altLang="en-US" dirty="0" smtClean="0"/>
              <a:t>第二層</a:t>
            </a:r>
          </a:p>
          <a:p>
            <a:pPr lvl="2"/>
            <a:r>
              <a:rPr lang="zh-TW" altLang="en-US" dirty="0" smtClean="0"/>
              <a:t>第三層</a:t>
            </a:r>
          </a:p>
          <a:p>
            <a:pPr lvl="3"/>
            <a:r>
              <a:rPr lang="zh-TW" altLang="en-US" dirty="0" smtClean="0"/>
              <a:t>第四層</a:t>
            </a:r>
          </a:p>
          <a:p>
            <a:pPr lvl="4"/>
            <a:r>
              <a:rPr lang="zh-TW" altLang="en-US" dirty="0" smtClean="0"/>
              <a:t>第五層</a:t>
            </a:r>
            <a:endParaRPr lang="zh-TW" altLang="en-US" dirty="0"/>
          </a:p>
        </p:txBody>
      </p:sp>
      <p:sp>
        <p:nvSpPr>
          <p:cNvPr id="4" name="Rectangle 6"/>
          <p:cNvSpPr>
            <a:spLocks noGrp="1" noChangeArrowheads="1"/>
          </p:cNvSpPr>
          <p:nvPr>
            <p:ph type="sldNum" sz="quarter" idx="10"/>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E7AE8EB9-E259-4A86-AC6E-8693BBC2A355}" type="slidenum">
              <a:rPr kumimoji="0" lang="en-US" altLang="zh-TW" sz="1200" b="0" i="0" u="none" strike="noStrike" kern="1200" cap="none" spc="0" normalizeH="0" baseline="0" noProof="0">
                <a:ln>
                  <a:noFill/>
                </a:ln>
                <a:solidFill>
                  <a:srgbClr val="FFFFFF"/>
                </a:solidFill>
                <a:effectLst/>
                <a:uLnTx/>
                <a:uFillTx/>
                <a:latin typeface="Candara" panose="020E0502030303020204" pitchFamily="34" charset="0"/>
                <a:ea typeface="新細明體" charset="-120"/>
                <a:cs typeface="Cordia New" panose="020B0304020202020204" pitchFamily="34" charset="-34"/>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zh-TW" sz="1200" b="0" i="0" u="none" strike="noStrike" kern="1200" cap="none" spc="0" normalizeH="0" baseline="0" noProof="0">
              <a:ln>
                <a:noFill/>
              </a:ln>
              <a:solidFill>
                <a:srgbClr val="FFFFFF"/>
              </a:solidFill>
              <a:effectLst/>
              <a:uLnTx/>
              <a:uFillTx/>
              <a:latin typeface="Candara" panose="020E0502030303020204" pitchFamily="34" charset="0"/>
              <a:ea typeface="新細明體" charset="-120"/>
              <a:cs typeface="Cordia New" panose="020B0304020202020204" pitchFamily="34" charset="-34"/>
            </a:endParaRPr>
          </a:p>
        </p:txBody>
      </p:sp>
    </p:spTree>
    <p:extLst>
      <p:ext uri="{BB962C8B-B14F-4D97-AF65-F5344CB8AC3E}">
        <p14:creationId xmlns:p14="http://schemas.microsoft.com/office/powerpoint/2010/main" val="726174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Rectangle 6"/>
          <p:cNvSpPr>
            <a:spLocks noGrp="1" noChangeArrowheads="1"/>
          </p:cNvSpPr>
          <p:nvPr>
            <p:ph type="sldNum" sz="quarter" idx="10"/>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E89BF5C8-FD99-4FAB-8C52-0A730DCDAB53}" type="slidenum">
              <a:rPr kumimoji="0" lang="en-US" altLang="zh-TW" sz="1200" b="0" i="0" u="none" strike="noStrike" kern="1200" cap="none" spc="0" normalizeH="0" baseline="0" noProof="0">
                <a:ln>
                  <a:noFill/>
                </a:ln>
                <a:solidFill>
                  <a:srgbClr val="FFFFFF"/>
                </a:solidFill>
                <a:effectLst/>
                <a:uLnTx/>
                <a:uFillTx/>
                <a:latin typeface="Candara" panose="020E0502030303020204" pitchFamily="34" charset="0"/>
                <a:ea typeface="新細明體" charset="-120"/>
                <a:cs typeface="Cordia New" panose="020B0304020202020204" pitchFamily="34" charset="-34"/>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zh-TW" sz="1200" b="0" i="0" u="none" strike="noStrike" kern="1200" cap="none" spc="0" normalizeH="0" baseline="0" noProof="0">
              <a:ln>
                <a:noFill/>
              </a:ln>
              <a:solidFill>
                <a:srgbClr val="FFFFFF"/>
              </a:solidFill>
              <a:effectLst/>
              <a:uLnTx/>
              <a:uFillTx/>
              <a:latin typeface="Candara" panose="020E0502030303020204" pitchFamily="34" charset="0"/>
              <a:ea typeface="新細明體" charset="-120"/>
              <a:cs typeface="Cordia New" panose="020B0304020202020204" pitchFamily="34" charset="-34"/>
            </a:endParaRPr>
          </a:p>
        </p:txBody>
      </p:sp>
    </p:spTree>
    <p:extLst>
      <p:ext uri="{BB962C8B-B14F-4D97-AF65-F5344CB8AC3E}">
        <p14:creationId xmlns:p14="http://schemas.microsoft.com/office/powerpoint/2010/main" val="20623684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AB348F8B-8C1F-4EBB-81B7-DF5EE36B96EF}" type="slidenum">
              <a:rPr kumimoji="0" lang="en-US" altLang="zh-TW" sz="1200" b="0" i="0" u="none" strike="noStrike" kern="1200" cap="none" spc="0" normalizeH="0" baseline="0" noProof="0">
                <a:ln>
                  <a:noFill/>
                </a:ln>
                <a:solidFill>
                  <a:srgbClr val="FFFFFF"/>
                </a:solidFill>
                <a:effectLst/>
                <a:uLnTx/>
                <a:uFillTx/>
                <a:latin typeface="Candara" panose="020E0502030303020204" pitchFamily="34" charset="0"/>
                <a:ea typeface="新細明體" charset="-120"/>
                <a:cs typeface="Cordia New" panose="020B0304020202020204" pitchFamily="34" charset="-34"/>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zh-TW" sz="1200" b="0" i="0" u="none" strike="noStrike" kern="1200" cap="none" spc="0" normalizeH="0" baseline="0" noProof="0">
              <a:ln>
                <a:noFill/>
              </a:ln>
              <a:solidFill>
                <a:srgbClr val="FFFFFF"/>
              </a:solidFill>
              <a:effectLst/>
              <a:uLnTx/>
              <a:uFillTx/>
              <a:latin typeface="Candara" panose="020E0502030303020204" pitchFamily="34" charset="0"/>
              <a:ea typeface="新細明體" charset="-120"/>
              <a:cs typeface="Cordia New" panose="020B0304020202020204" pitchFamily="34" charset="-34"/>
            </a:endParaRPr>
          </a:p>
        </p:txBody>
      </p:sp>
    </p:spTree>
    <p:extLst>
      <p:ext uri="{BB962C8B-B14F-4D97-AF65-F5344CB8AC3E}">
        <p14:creationId xmlns:p14="http://schemas.microsoft.com/office/powerpoint/2010/main" val="86075096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空白">
    <p:spTree>
      <p:nvGrpSpPr>
        <p:cNvPr id="1" name=""/>
        <p:cNvGrpSpPr/>
        <p:nvPr/>
      </p:nvGrpSpPr>
      <p:grpSpPr>
        <a:xfrm>
          <a:off x="0" y="0"/>
          <a:ext cx="0" cy="0"/>
          <a:chOff x="0" y="0"/>
          <a:chExt cx="0" cy="0"/>
        </a:xfrm>
      </p:grpSpPr>
      <p:sp>
        <p:nvSpPr>
          <p:cNvPr id="3" name="內容版面配置區 2"/>
          <p:cNvSpPr>
            <a:spLocks noGrp="1"/>
          </p:cNvSpPr>
          <p:nvPr>
            <p:ph idx="1"/>
          </p:nvPr>
        </p:nvSpPr>
        <p:spPr>
          <a:xfrm>
            <a:off x="457200" y="980728"/>
            <a:ext cx="8229600" cy="5343872"/>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Rectangle 6"/>
          <p:cNvSpPr>
            <a:spLocks noGrp="1" noChangeArrowheads="1"/>
          </p:cNvSpPr>
          <p:nvPr>
            <p:ph type="sldNum" sz="quarter" idx="10"/>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DC954AAA-34A9-42D2-AC42-7C0C1ADB589D}" type="slidenum">
              <a:rPr kumimoji="0" lang="en-US" altLang="zh-TW" sz="1200" b="0" i="0" u="none" strike="noStrike" kern="1200" cap="none" spc="0" normalizeH="0" baseline="0" noProof="0">
                <a:ln>
                  <a:noFill/>
                </a:ln>
                <a:solidFill>
                  <a:srgbClr val="FFFFFF"/>
                </a:solidFill>
                <a:effectLst/>
                <a:uLnTx/>
                <a:uFillTx/>
                <a:latin typeface="Candara" panose="020E0502030303020204" pitchFamily="34" charset="0"/>
                <a:ea typeface="新細明體" charset="-120"/>
                <a:cs typeface="Cordia New" panose="020B0304020202020204" pitchFamily="34" charset="-34"/>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zh-TW" sz="1200" b="0" i="0" u="none" strike="noStrike" kern="1200" cap="none" spc="0" normalizeH="0" baseline="0" noProof="0">
              <a:ln>
                <a:noFill/>
              </a:ln>
              <a:solidFill>
                <a:srgbClr val="FFFFFF"/>
              </a:solidFill>
              <a:effectLst/>
              <a:uLnTx/>
              <a:uFillTx/>
              <a:latin typeface="Candara" panose="020E0502030303020204" pitchFamily="34" charset="0"/>
              <a:ea typeface="新細明體" charset="-120"/>
              <a:cs typeface="Cordia New" panose="020B0304020202020204" pitchFamily="34" charset="-34"/>
            </a:endParaRPr>
          </a:p>
        </p:txBody>
      </p:sp>
    </p:spTree>
    <p:extLst>
      <p:ext uri="{BB962C8B-B14F-4D97-AF65-F5344CB8AC3E}">
        <p14:creationId xmlns:p14="http://schemas.microsoft.com/office/powerpoint/2010/main" val="144033923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0000"/>
              </a:solidFill>
              <a:effectLst/>
              <a:uLnTx/>
              <a:uFillTx/>
              <a:latin typeface="Arial" charset="0"/>
              <a:ea typeface="宋体" charset="-122"/>
              <a:cs typeface="+mn-cs"/>
            </a:endParaRPr>
          </a:p>
        </p:txBody>
      </p:sp>
      <p:sp>
        <p:nvSpPr>
          <p:cNvPr id="5"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0000"/>
              </a:solidFill>
              <a:effectLst/>
              <a:uLnTx/>
              <a:uFillTx/>
              <a:latin typeface="Arial" charset="0"/>
              <a:ea typeface="宋体" charset="-122"/>
              <a:cs typeface="+mn-cs"/>
            </a:endParaRPr>
          </a:p>
        </p:txBody>
      </p:sp>
      <p:sp>
        <p:nvSpPr>
          <p:cNvPr id="6"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5C711EAF-A58C-413A-8F37-88D5BE5C4491}" type="slidenum">
              <a:rPr kumimoji="0" lang="en-US"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329576606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0000"/>
              </a:solidFill>
              <a:effectLst/>
              <a:uLnTx/>
              <a:uFillTx/>
              <a:latin typeface="Arial" charset="0"/>
              <a:ea typeface="宋体" charset="-122"/>
              <a:cs typeface="+mn-cs"/>
            </a:endParaRPr>
          </a:p>
        </p:txBody>
      </p:sp>
      <p:sp>
        <p:nvSpPr>
          <p:cNvPr id="5"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0000"/>
              </a:solidFill>
              <a:effectLst/>
              <a:uLnTx/>
              <a:uFillTx/>
              <a:latin typeface="Arial" charset="0"/>
              <a:ea typeface="宋体" charset="-122"/>
              <a:cs typeface="+mn-cs"/>
            </a:endParaRPr>
          </a:p>
        </p:txBody>
      </p:sp>
      <p:sp>
        <p:nvSpPr>
          <p:cNvPr id="6"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FE84206A-981C-41E7-9CE1-44ACA6B05394}" type="slidenum">
              <a:rPr kumimoji="0" lang="en-US"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297906360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304800" y="1219200"/>
            <a:ext cx="42291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86300" y="1219200"/>
            <a:ext cx="42291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0000"/>
              </a:solidFill>
              <a:effectLst/>
              <a:uLnTx/>
              <a:uFillTx/>
              <a:latin typeface="Arial" charset="0"/>
              <a:ea typeface="宋体" charset="-122"/>
              <a:cs typeface="+mn-cs"/>
            </a:endParaRPr>
          </a:p>
        </p:txBody>
      </p:sp>
      <p:sp>
        <p:nvSpPr>
          <p:cNvPr id="6"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0000"/>
              </a:solidFill>
              <a:effectLst/>
              <a:uLnTx/>
              <a:uFillTx/>
              <a:latin typeface="Arial" charset="0"/>
              <a:ea typeface="宋体" charset="-122"/>
              <a:cs typeface="+mn-cs"/>
            </a:endParaRPr>
          </a:p>
        </p:txBody>
      </p:sp>
      <p:sp>
        <p:nvSpPr>
          <p:cNvPr id="7"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408A3EDA-D934-49C2-B747-4139CB4C221B}" type="slidenum">
              <a:rPr kumimoji="0" lang="en-US"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11082074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0000"/>
              </a:solidFill>
              <a:effectLst/>
              <a:uLnTx/>
              <a:uFillTx/>
              <a:latin typeface="Arial" charset="0"/>
              <a:ea typeface="宋体" charset="-122"/>
              <a:cs typeface="+mn-cs"/>
            </a:endParaRPr>
          </a:p>
        </p:txBody>
      </p:sp>
      <p:sp>
        <p:nvSpPr>
          <p:cNvPr id="8"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0000"/>
              </a:solidFill>
              <a:effectLst/>
              <a:uLnTx/>
              <a:uFillTx/>
              <a:latin typeface="Arial" charset="0"/>
              <a:ea typeface="宋体" charset="-122"/>
              <a:cs typeface="+mn-cs"/>
            </a:endParaRPr>
          </a:p>
        </p:txBody>
      </p:sp>
      <p:sp>
        <p:nvSpPr>
          <p:cNvPr id="9"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2C084D71-ED0E-4A7B-B3EB-F0E7D3F08667}" type="slidenum">
              <a:rPr kumimoji="0" lang="en-US"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301597650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0000"/>
              </a:solidFill>
              <a:effectLst/>
              <a:uLnTx/>
              <a:uFillTx/>
              <a:latin typeface="Arial" charset="0"/>
              <a:ea typeface="宋体" charset="-122"/>
              <a:cs typeface="+mn-cs"/>
            </a:endParaRPr>
          </a:p>
        </p:txBody>
      </p:sp>
      <p:sp>
        <p:nvSpPr>
          <p:cNvPr id="4"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0000"/>
              </a:solidFill>
              <a:effectLst/>
              <a:uLnTx/>
              <a:uFillTx/>
              <a:latin typeface="Arial" charset="0"/>
              <a:ea typeface="宋体" charset="-122"/>
              <a:cs typeface="+mn-cs"/>
            </a:endParaRPr>
          </a:p>
        </p:txBody>
      </p:sp>
      <p:sp>
        <p:nvSpPr>
          <p:cNvPr id="5"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58D7013F-6C1A-493A-B216-14386B07034A}" type="slidenum">
              <a:rPr kumimoji="0" lang="en-US"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302475323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0000"/>
              </a:solidFill>
              <a:effectLst/>
              <a:uLnTx/>
              <a:uFillTx/>
              <a:latin typeface="Arial" charset="0"/>
              <a:ea typeface="宋体" charset="-122"/>
              <a:cs typeface="+mn-cs"/>
            </a:endParaRPr>
          </a:p>
        </p:txBody>
      </p:sp>
      <p:sp>
        <p:nvSpPr>
          <p:cNvPr id="3"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0000"/>
              </a:solidFill>
              <a:effectLst/>
              <a:uLnTx/>
              <a:uFillTx/>
              <a:latin typeface="Arial" charset="0"/>
              <a:ea typeface="宋体" charset="-122"/>
              <a:cs typeface="+mn-cs"/>
            </a:endParaRPr>
          </a:p>
        </p:txBody>
      </p:sp>
      <p:sp>
        <p:nvSpPr>
          <p:cNvPr id="4"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14AB4BC6-0998-4BC8-AA68-87BFE33DBB4A}" type="slidenum">
              <a:rPr kumimoji="0" lang="en-US"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82897537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0000"/>
              </a:solidFill>
              <a:effectLst/>
              <a:uLnTx/>
              <a:uFillTx/>
              <a:latin typeface="Arial" charset="0"/>
              <a:ea typeface="宋体" charset="-122"/>
              <a:cs typeface="+mn-cs"/>
            </a:endParaRPr>
          </a:p>
        </p:txBody>
      </p:sp>
      <p:sp>
        <p:nvSpPr>
          <p:cNvPr id="6"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0000"/>
              </a:solidFill>
              <a:effectLst/>
              <a:uLnTx/>
              <a:uFillTx/>
              <a:latin typeface="Arial" charset="0"/>
              <a:ea typeface="宋体" charset="-122"/>
              <a:cs typeface="+mn-cs"/>
            </a:endParaRPr>
          </a:p>
        </p:txBody>
      </p:sp>
      <p:sp>
        <p:nvSpPr>
          <p:cNvPr id="7"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218C2B24-E384-4D22-9246-0990A247E6F0}" type="slidenum">
              <a:rPr kumimoji="0" lang="en-US"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416512479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0000"/>
              </a:solidFill>
              <a:effectLst/>
              <a:uLnTx/>
              <a:uFillTx/>
              <a:latin typeface="Arial" charset="0"/>
              <a:ea typeface="宋体" charset="-122"/>
              <a:cs typeface="+mn-cs"/>
            </a:endParaRPr>
          </a:p>
        </p:txBody>
      </p:sp>
      <p:sp>
        <p:nvSpPr>
          <p:cNvPr id="6"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0000"/>
              </a:solidFill>
              <a:effectLst/>
              <a:uLnTx/>
              <a:uFillTx/>
              <a:latin typeface="Arial" charset="0"/>
              <a:ea typeface="宋体" charset="-122"/>
              <a:cs typeface="+mn-cs"/>
            </a:endParaRPr>
          </a:p>
        </p:txBody>
      </p:sp>
      <p:sp>
        <p:nvSpPr>
          <p:cNvPr id="7"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CF6D52A3-6EE2-4DB6-9E6A-B671ECF5B39E}" type="slidenum">
              <a:rPr kumimoji="0" lang="en-US"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301006556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0000"/>
              </a:solidFill>
              <a:effectLst/>
              <a:uLnTx/>
              <a:uFillTx/>
              <a:latin typeface="Arial" charset="0"/>
              <a:ea typeface="宋体" charset="-122"/>
              <a:cs typeface="+mn-cs"/>
            </a:endParaRPr>
          </a:p>
        </p:txBody>
      </p:sp>
      <p:sp>
        <p:nvSpPr>
          <p:cNvPr id="5"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0000"/>
              </a:solidFill>
              <a:effectLst/>
              <a:uLnTx/>
              <a:uFillTx/>
              <a:latin typeface="Arial" charset="0"/>
              <a:ea typeface="宋体" charset="-122"/>
              <a:cs typeface="+mn-cs"/>
            </a:endParaRPr>
          </a:p>
        </p:txBody>
      </p:sp>
      <p:sp>
        <p:nvSpPr>
          <p:cNvPr id="6"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B7611F4C-4770-4D0F-A27F-46635A67D277}" type="slidenum">
              <a:rPr kumimoji="0" lang="en-US"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352218226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62750" y="76200"/>
            <a:ext cx="2152650" cy="61722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304800" y="76200"/>
            <a:ext cx="6305550" cy="617220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0000"/>
              </a:solidFill>
              <a:effectLst/>
              <a:uLnTx/>
              <a:uFillTx/>
              <a:latin typeface="Arial" charset="0"/>
              <a:ea typeface="宋体" charset="-122"/>
              <a:cs typeface="+mn-cs"/>
            </a:endParaRPr>
          </a:p>
        </p:txBody>
      </p:sp>
      <p:sp>
        <p:nvSpPr>
          <p:cNvPr id="5"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0000"/>
              </a:solidFill>
              <a:effectLst/>
              <a:uLnTx/>
              <a:uFillTx/>
              <a:latin typeface="Arial" charset="0"/>
              <a:ea typeface="宋体" charset="-122"/>
              <a:cs typeface="+mn-cs"/>
            </a:endParaRPr>
          </a:p>
        </p:txBody>
      </p:sp>
      <p:sp>
        <p:nvSpPr>
          <p:cNvPr id="6"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9DF5DE9A-CC86-4C51-859A-246FA802FB10}" type="slidenum">
              <a:rPr kumimoji="0" lang="en-US"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62086035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0000"/>
              </a:solidFill>
              <a:effectLst/>
              <a:uLnTx/>
              <a:uFillTx/>
              <a:latin typeface="Arial" charset="0"/>
              <a:ea typeface="宋体" charset="-122"/>
              <a:cs typeface="+mn-cs"/>
            </a:endParaRPr>
          </a:p>
        </p:txBody>
      </p:sp>
      <p:sp>
        <p:nvSpPr>
          <p:cNvPr id="5"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0000"/>
              </a:solidFill>
              <a:effectLst/>
              <a:uLnTx/>
              <a:uFillTx/>
              <a:latin typeface="Arial" charset="0"/>
              <a:ea typeface="宋体" charset="-122"/>
              <a:cs typeface="+mn-cs"/>
            </a:endParaRPr>
          </a:p>
        </p:txBody>
      </p:sp>
      <p:sp>
        <p:nvSpPr>
          <p:cNvPr id="6"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5C711EAF-A58C-413A-8F37-88D5BE5C4491}" type="slidenum">
              <a:rPr kumimoji="0" lang="en-US"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132509579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0000"/>
              </a:solidFill>
              <a:effectLst/>
              <a:uLnTx/>
              <a:uFillTx/>
              <a:latin typeface="Arial" charset="0"/>
              <a:ea typeface="宋体" charset="-122"/>
              <a:cs typeface="+mn-cs"/>
            </a:endParaRPr>
          </a:p>
        </p:txBody>
      </p:sp>
      <p:sp>
        <p:nvSpPr>
          <p:cNvPr id="5"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0000"/>
              </a:solidFill>
              <a:effectLst/>
              <a:uLnTx/>
              <a:uFillTx/>
              <a:latin typeface="Arial" charset="0"/>
              <a:ea typeface="宋体" charset="-122"/>
              <a:cs typeface="+mn-cs"/>
            </a:endParaRPr>
          </a:p>
        </p:txBody>
      </p:sp>
      <p:sp>
        <p:nvSpPr>
          <p:cNvPr id="6"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FE84206A-981C-41E7-9CE1-44ACA6B05394}" type="slidenum">
              <a:rPr kumimoji="0" lang="en-US"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110335456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304800" y="1219200"/>
            <a:ext cx="42291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86300" y="1219200"/>
            <a:ext cx="42291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0000"/>
              </a:solidFill>
              <a:effectLst/>
              <a:uLnTx/>
              <a:uFillTx/>
              <a:latin typeface="Arial" charset="0"/>
              <a:ea typeface="宋体" charset="-122"/>
              <a:cs typeface="+mn-cs"/>
            </a:endParaRPr>
          </a:p>
        </p:txBody>
      </p:sp>
      <p:sp>
        <p:nvSpPr>
          <p:cNvPr id="6"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0000"/>
              </a:solidFill>
              <a:effectLst/>
              <a:uLnTx/>
              <a:uFillTx/>
              <a:latin typeface="Arial" charset="0"/>
              <a:ea typeface="宋体" charset="-122"/>
              <a:cs typeface="+mn-cs"/>
            </a:endParaRPr>
          </a:p>
        </p:txBody>
      </p:sp>
      <p:sp>
        <p:nvSpPr>
          <p:cNvPr id="7"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408A3EDA-D934-49C2-B747-4139CB4C221B}" type="slidenum">
              <a:rPr kumimoji="0" lang="en-US"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394679712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0000"/>
              </a:solidFill>
              <a:effectLst/>
              <a:uLnTx/>
              <a:uFillTx/>
              <a:latin typeface="Arial" charset="0"/>
              <a:ea typeface="宋体" charset="-122"/>
              <a:cs typeface="+mn-cs"/>
            </a:endParaRPr>
          </a:p>
        </p:txBody>
      </p:sp>
      <p:sp>
        <p:nvSpPr>
          <p:cNvPr id="8"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0000"/>
              </a:solidFill>
              <a:effectLst/>
              <a:uLnTx/>
              <a:uFillTx/>
              <a:latin typeface="Arial" charset="0"/>
              <a:ea typeface="宋体" charset="-122"/>
              <a:cs typeface="+mn-cs"/>
            </a:endParaRPr>
          </a:p>
        </p:txBody>
      </p:sp>
      <p:sp>
        <p:nvSpPr>
          <p:cNvPr id="9"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2C084D71-ED0E-4A7B-B3EB-F0E7D3F08667}" type="slidenum">
              <a:rPr kumimoji="0" lang="en-US"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326607927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0000"/>
              </a:solidFill>
              <a:effectLst/>
              <a:uLnTx/>
              <a:uFillTx/>
              <a:latin typeface="Arial" charset="0"/>
              <a:ea typeface="宋体" charset="-122"/>
              <a:cs typeface="+mn-cs"/>
            </a:endParaRPr>
          </a:p>
        </p:txBody>
      </p:sp>
      <p:sp>
        <p:nvSpPr>
          <p:cNvPr id="4"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0000"/>
              </a:solidFill>
              <a:effectLst/>
              <a:uLnTx/>
              <a:uFillTx/>
              <a:latin typeface="Arial" charset="0"/>
              <a:ea typeface="宋体" charset="-122"/>
              <a:cs typeface="+mn-cs"/>
            </a:endParaRPr>
          </a:p>
        </p:txBody>
      </p:sp>
      <p:sp>
        <p:nvSpPr>
          <p:cNvPr id="5"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58D7013F-6C1A-493A-B216-14386B07034A}" type="slidenum">
              <a:rPr kumimoji="0" lang="en-US"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342157171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0000"/>
              </a:solidFill>
              <a:effectLst/>
              <a:uLnTx/>
              <a:uFillTx/>
              <a:latin typeface="Arial" charset="0"/>
              <a:ea typeface="宋体" charset="-122"/>
              <a:cs typeface="+mn-cs"/>
            </a:endParaRPr>
          </a:p>
        </p:txBody>
      </p:sp>
      <p:sp>
        <p:nvSpPr>
          <p:cNvPr id="3"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0000"/>
              </a:solidFill>
              <a:effectLst/>
              <a:uLnTx/>
              <a:uFillTx/>
              <a:latin typeface="Arial" charset="0"/>
              <a:ea typeface="宋体" charset="-122"/>
              <a:cs typeface="+mn-cs"/>
            </a:endParaRPr>
          </a:p>
        </p:txBody>
      </p:sp>
      <p:sp>
        <p:nvSpPr>
          <p:cNvPr id="4"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14AB4BC6-0998-4BC8-AA68-87BFE33DBB4A}" type="slidenum">
              <a:rPr kumimoji="0" lang="en-US"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12293916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0000"/>
              </a:solidFill>
              <a:effectLst/>
              <a:uLnTx/>
              <a:uFillTx/>
              <a:latin typeface="Arial" charset="0"/>
              <a:ea typeface="宋体" charset="-122"/>
              <a:cs typeface="+mn-cs"/>
            </a:endParaRPr>
          </a:p>
        </p:txBody>
      </p:sp>
      <p:sp>
        <p:nvSpPr>
          <p:cNvPr id="6"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0000"/>
              </a:solidFill>
              <a:effectLst/>
              <a:uLnTx/>
              <a:uFillTx/>
              <a:latin typeface="Arial" charset="0"/>
              <a:ea typeface="宋体" charset="-122"/>
              <a:cs typeface="+mn-cs"/>
            </a:endParaRPr>
          </a:p>
        </p:txBody>
      </p:sp>
      <p:sp>
        <p:nvSpPr>
          <p:cNvPr id="7"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218C2B24-E384-4D22-9246-0990A247E6F0}" type="slidenum">
              <a:rPr kumimoji="0" lang="en-US"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22070704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0000"/>
              </a:solidFill>
              <a:effectLst/>
              <a:uLnTx/>
              <a:uFillTx/>
              <a:latin typeface="Arial" charset="0"/>
              <a:ea typeface="宋体" charset="-122"/>
              <a:cs typeface="+mn-cs"/>
            </a:endParaRPr>
          </a:p>
        </p:txBody>
      </p:sp>
      <p:sp>
        <p:nvSpPr>
          <p:cNvPr id="6"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0000"/>
              </a:solidFill>
              <a:effectLst/>
              <a:uLnTx/>
              <a:uFillTx/>
              <a:latin typeface="Arial" charset="0"/>
              <a:ea typeface="宋体" charset="-122"/>
              <a:cs typeface="+mn-cs"/>
            </a:endParaRPr>
          </a:p>
        </p:txBody>
      </p:sp>
      <p:sp>
        <p:nvSpPr>
          <p:cNvPr id="7"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CF6D52A3-6EE2-4DB6-9E6A-B671ECF5B39E}" type="slidenum">
              <a:rPr kumimoji="0" lang="en-US"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153142950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0000"/>
              </a:solidFill>
              <a:effectLst/>
              <a:uLnTx/>
              <a:uFillTx/>
              <a:latin typeface="Arial" charset="0"/>
              <a:ea typeface="宋体" charset="-122"/>
              <a:cs typeface="+mn-cs"/>
            </a:endParaRPr>
          </a:p>
        </p:txBody>
      </p:sp>
      <p:sp>
        <p:nvSpPr>
          <p:cNvPr id="5"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0000"/>
              </a:solidFill>
              <a:effectLst/>
              <a:uLnTx/>
              <a:uFillTx/>
              <a:latin typeface="Arial" charset="0"/>
              <a:ea typeface="宋体" charset="-122"/>
              <a:cs typeface="+mn-cs"/>
            </a:endParaRPr>
          </a:p>
        </p:txBody>
      </p:sp>
      <p:sp>
        <p:nvSpPr>
          <p:cNvPr id="6"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B7611F4C-4770-4D0F-A27F-46635A67D277}" type="slidenum">
              <a:rPr kumimoji="0" lang="en-US"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24549186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62750" y="76200"/>
            <a:ext cx="2152650" cy="61722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304800" y="76200"/>
            <a:ext cx="6305550" cy="617220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0000"/>
              </a:solidFill>
              <a:effectLst/>
              <a:uLnTx/>
              <a:uFillTx/>
              <a:latin typeface="Arial" charset="0"/>
              <a:ea typeface="宋体" charset="-122"/>
              <a:cs typeface="+mn-cs"/>
            </a:endParaRPr>
          </a:p>
        </p:txBody>
      </p:sp>
      <p:sp>
        <p:nvSpPr>
          <p:cNvPr id="5"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0000"/>
              </a:solidFill>
              <a:effectLst/>
              <a:uLnTx/>
              <a:uFillTx/>
              <a:latin typeface="Arial" charset="0"/>
              <a:ea typeface="宋体" charset="-122"/>
              <a:cs typeface="+mn-cs"/>
            </a:endParaRPr>
          </a:p>
        </p:txBody>
      </p:sp>
      <p:sp>
        <p:nvSpPr>
          <p:cNvPr id="6"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9DF5DE9A-CC86-4C51-859A-246FA802FB10}" type="slidenum">
              <a:rPr kumimoji="0" lang="en-US"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13128729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3.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slideLayout" Target="../slideLayouts/slideLayout13.xml"/><Relationship Id="rId7" Type="http://schemas.openxmlformats.org/officeDocument/2006/relationships/theme" Target="../theme/theme2.xml"/><Relationship Id="rId12" Type="http://schemas.openxmlformats.org/officeDocument/2006/relationships/image" Target="../media/image10.jpeg"/><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image" Target="../media/image9.jpeg"/><Relationship Id="rId5" Type="http://schemas.openxmlformats.org/officeDocument/2006/relationships/slideLayout" Target="../slideLayouts/slideLayout15.xml"/><Relationship Id="rId10" Type="http://schemas.openxmlformats.org/officeDocument/2006/relationships/image" Target="../media/image8.jpeg"/><Relationship Id="rId4" Type="http://schemas.openxmlformats.org/officeDocument/2006/relationships/slideLayout" Target="../slideLayouts/slideLayout14.xml"/><Relationship Id="rId9" Type="http://schemas.openxmlformats.org/officeDocument/2006/relationships/image" Target="../media/image7.jpe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4.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image" Target="../media/image12.jpeg"/><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theme" Target="../theme/theme3.xml"/><Relationship Id="rId5" Type="http://schemas.openxmlformats.org/officeDocument/2006/relationships/slideLayout" Target="../slideLayouts/slideLayout2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4.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image" Target="../media/image12.jpeg"/><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theme" Target="../theme/theme4.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2" name="標題版面配置區 21"/>
          <p:cNvSpPr>
            <a:spLocks noGrp="1"/>
          </p:cNvSpPr>
          <p:nvPr>
            <p:ph type="title"/>
          </p:nvPr>
        </p:nvSpPr>
        <p:spPr>
          <a:xfrm>
            <a:off x="609600" y="836712"/>
            <a:ext cx="8153400" cy="576064"/>
          </a:xfrm>
          <a:prstGeom prst="rect">
            <a:avLst/>
          </a:prstGeom>
        </p:spPr>
        <p:txBody>
          <a:bodyPr vert="horz" anchor="ctr">
            <a:normAutofit/>
          </a:bodyPr>
          <a:lstStyle/>
          <a:p>
            <a:r>
              <a:rPr kumimoji="0" lang="zh-TW" altLang="en-US" dirty="0" smtClean="0"/>
              <a:t>按一下以編輯母片標題樣式</a:t>
            </a:r>
            <a:endParaRPr kumimoji="0" lang="en-US" dirty="0"/>
          </a:p>
        </p:txBody>
      </p:sp>
      <p:sp>
        <p:nvSpPr>
          <p:cNvPr id="13" name="文字版面配置區 12"/>
          <p:cNvSpPr>
            <a:spLocks noGrp="1"/>
          </p:cNvSpPr>
          <p:nvPr>
            <p:ph type="body" idx="1"/>
          </p:nvPr>
        </p:nvSpPr>
        <p:spPr>
          <a:xfrm>
            <a:off x="612648" y="1484784"/>
            <a:ext cx="8153400" cy="4526280"/>
          </a:xfrm>
          <a:prstGeom prst="rect">
            <a:avLst/>
          </a:prstGeom>
        </p:spPr>
        <p:txBody>
          <a:bodyPr vert="horz">
            <a:noAutofit/>
          </a:bodyPr>
          <a:lstStyle/>
          <a:p>
            <a:pPr lvl="0" eaLnBrk="1" latinLnBrk="0" hangingPunct="1"/>
            <a:r>
              <a:rPr kumimoji="0" lang="zh-TW" altLang="en-US" dirty="0" smtClean="0"/>
              <a:t>按一下以編輯母片文字樣式</a:t>
            </a:r>
          </a:p>
          <a:p>
            <a:pPr lvl="1" eaLnBrk="1" latinLnBrk="0" hangingPunct="1"/>
            <a:r>
              <a:rPr kumimoji="0" lang="zh-TW" altLang="en-US" dirty="0" smtClean="0"/>
              <a:t>第二層</a:t>
            </a:r>
          </a:p>
          <a:p>
            <a:pPr lvl="2" eaLnBrk="1" latinLnBrk="0" hangingPunct="1"/>
            <a:r>
              <a:rPr kumimoji="0" lang="zh-TW" altLang="en-US" dirty="0" smtClean="0"/>
              <a:t>第三層</a:t>
            </a:r>
          </a:p>
          <a:p>
            <a:pPr lvl="3" eaLnBrk="1" latinLnBrk="0" hangingPunct="1"/>
            <a:r>
              <a:rPr kumimoji="0" lang="zh-TW" altLang="en-US" dirty="0" smtClean="0"/>
              <a:t>第四層</a:t>
            </a:r>
            <a:endParaRPr kumimoji="0" lang="en-US" altLang="zh-TW" dirty="0" smtClean="0"/>
          </a:p>
          <a:p>
            <a:pPr lvl="4" eaLnBrk="1" latinLnBrk="0" hangingPunct="1"/>
            <a:r>
              <a:rPr kumimoji="0" lang="zh-TW" altLang="en-US" dirty="0" smtClean="0"/>
              <a:t>第五層</a:t>
            </a:r>
            <a:endParaRPr kumimoji="0" lang="en-US" altLang="zh-TW" dirty="0" smtClean="0"/>
          </a:p>
          <a:p>
            <a:pPr lvl="5" eaLnBrk="1" latinLnBrk="0" hangingPunct="1"/>
            <a:endParaRPr kumimoji="0" lang="en-US" altLang="zh-TW" dirty="0" smtClean="0"/>
          </a:p>
          <a:p>
            <a:pPr lvl="5" eaLnBrk="1" latinLnBrk="0" hangingPunct="1"/>
            <a:endParaRPr kumimoji="0" lang="en-US" altLang="zh-TW" dirty="0" smtClean="0"/>
          </a:p>
          <a:p>
            <a:pPr lvl="5" eaLnBrk="1" latinLnBrk="0" hangingPunct="1"/>
            <a:endParaRPr kumimoji="0" lang="en-US" altLang="zh-TW" dirty="0" smtClean="0"/>
          </a:p>
          <a:p>
            <a:pPr lvl="6" eaLnBrk="1" latinLnBrk="0" hangingPunct="1"/>
            <a:endParaRPr kumimoji="0" lang="en-US" altLang="zh-TW" dirty="0" smtClean="0"/>
          </a:p>
          <a:p>
            <a:pPr lvl="5" eaLnBrk="1" latinLnBrk="0" hangingPunct="1"/>
            <a:endParaRPr kumimoji="0" lang="en-US" altLang="zh-TW" dirty="0" smtClean="0"/>
          </a:p>
          <a:p>
            <a:pPr lvl="5" eaLnBrk="1" latinLnBrk="0" hangingPunct="1"/>
            <a:endParaRPr kumimoji="0" lang="en-US" altLang="zh-TW" dirty="0" smtClean="0"/>
          </a:p>
        </p:txBody>
      </p:sp>
    </p:spTree>
  </p:cSld>
  <p:clrMap bg1="lt1" tx1="dk1" bg2="lt2" tx2="dk2" accent1="accent1" accent2="accent2" accent3="accent3" accent4="accent4" accent5="accent5" accent6="accent6" hlink="hlink" folHlink="folHlink"/>
  <p:sldLayoutIdLst>
    <p:sldLayoutId id="2147483672" r:id="rId1"/>
    <p:sldLayoutId id="2147483678" r:id="rId2"/>
    <p:sldLayoutId id="2147483694" r:id="rId3"/>
    <p:sldLayoutId id="2147483693" r:id="rId4"/>
    <p:sldLayoutId id="2147483682" r:id="rId5"/>
    <p:sldLayoutId id="2147483677" r:id="rId6"/>
    <p:sldLayoutId id="2147483691" r:id="rId7"/>
    <p:sldLayoutId id="2147483692" r:id="rId8"/>
    <p:sldLayoutId id="2147483684" r:id="rId9"/>
    <p:sldLayoutId id="2147483690" r:id="rId10"/>
  </p:sldLayoutIdLst>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txStyles>
    <p:titleStyle>
      <a:lvl1pPr marL="216000" indent="-216000" algn="l" rtl="0" eaLnBrk="1" latinLnBrk="0" hangingPunct="1">
        <a:lnSpc>
          <a:spcPts val="3400"/>
        </a:lnSpc>
        <a:spcBef>
          <a:spcPct val="0"/>
        </a:spcBef>
        <a:buSzPct val="80000"/>
        <a:buFontTx/>
        <a:buNone/>
        <a:defRPr kumimoji="0" sz="3200" b="1" u="none" kern="1200" baseline="0">
          <a:solidFill>
            <a:schemeClr val="tx1">
              <a:lumMod val="65000"/>
              <a:lumOff val="35000"/>
            </a:schemeClr>
          </a:solidFill>
          <a:latin typeface="Arial" pitchFamily="34" charset="0"/>
          <a:ea typeface="+mj-ea"/>
          <a:cs typeface="+mj-cs"/>
        </a:defRPr>
      </a:lvl1pPr>
    </p:titleStyle>
    <p:bodyStyle>
      <a:lvl1pPr marL="0" indent="0" algn="l" rtl="0" eaLnBrk="1" latinLnBrk="0" hangingPunct="1">
        <a:lnSpc>
          <a:spcPct val="150000"/>
        </a:lnSpc>
        <a:spcBef>
          <a:spcPts val="0"/>
        </a:spcBef>
        <a:buClr>
          <a:schemeClr val="accent3">
            <a:lumMod val="75000"/>
          </a:schemeClr>
        </a:buClr>
        <a:buSzPct val="100000"/>
        <a:buFontTx/>
        <a:buNone/>
        <a:defRPr kumimoji="0" sz="3200" b="1" u="none" kern="1200" baseline="0">
          <a:solidFill>
            <a:schemeClr val="tx1">
              <a:lumMod val="65000"/>
              <a:lumOff val="35000"/>
            </a:schemeClr>
          </a:solidFill>
          <a:latin typeface="Arial" pitchFamily="34" charset="0"/>
          <a:ea typeface="+mj-ea"/>
          <a:cs typeface="+mn-cs"/>
        </a:defRPr>
      </a:lvl1pPr>
      <a:lvl2pPr marL="0" indent="0" algn="l" rtl="0" eaLnBrk="1" latinLnBrk="0" hangingPunct="1">
        <a:lnSpc>
          <a:spcPct val="100000"/>
        </a:lnSpc>
        <a:spcBef>
          <a:spcPts val="1200"/>
        </a:spcBef>
        <a:buClr>
          <a:schemeClr val="accent3">
            <a:lumMod val="75000"/>
          </a:schemeClr>
        </a:buClr>
        <a:buSzPct val="90000"/>
        <a:buFontTx/>
        <a:buNone/>
        <a:defRPr kumimoji="0" sz="2800" b="1" kern="1200">
          <a:solidFill>
            <a:srgbClr val="8FC320"/>
          </a:solidFill>
          <a:latin typeface="+mj-ea"/>
          <a:ea typeface="+mj-ea"/>
          <a:cs typeface="+mn-cs"/>
        </a:defRPr>
      </a:lvl2pPr>
      <a:lvl3pPr marL="360000" indent="-360000" algn="l" rtl="0" eaLnBrk="1" latinLnBrk="0" hangingPunct="1">
        <a:lnSpc>
          <a:spcPct val="100000"/>
        </a:lnSpc>
        <a:spcBef>
          <a:spcPts val="1200"/>
        </a:spcBef>
        <a:spcAft>
          <a:spcPts val="200"/>
        </a:spcAft>
        <a:buClr>
          <a:srgbClr val="AE2A7F"/>
        </a:buClr>
        <a:buSzPct val="90000"/>
        <a:buFontTx/>
        <a:buNone/>
        <a:defRPr kumimoji="0" sz="2500" b="1" u="dottedHeavy" kern="1200" baseline="0">
          <a:solidFill>
            <a:srgbClr val="C67A48"/>
          </a:solidFill>
          <a:latin typeface="+mj-ea"/>
          <a:ea typeface="+mj-ea"/>
          <a:cs typeface="+mn-cs"/>
        </a:defRPr>
      </a:lvl3pPr>
      <a:lvl4pPr marL="0" indent="0" algn="l" rtl="0" eaLnBrk="1" latinLnBrk="0" hangingPunct="1">
        <a:lnSpc>
          <a:spcPts val="2800"/>
        </a:lnSpc>
        <a:spcBef>
          <a:spcPts val="800"/>
        </a:spcBef>
        <a:spcAft>
          <a:spcPts val="0"/>
        </a:spcAft>
        <a:buClrTx/>
        <a:buSzPct val="100000"/>
        <a:buFont typeface="+mj-lt"/>
        <a:buNone/>
        <a:defRPr kumimoji="0" sz="1800" kern="1200">
          <a:solidFill>
            <a:schemeClr val="tx1"/>
          </a:solidFill>
          <a:latin typeface="+mj-ea"/>
          <a:ea typeface="+mj-ea"/>
          <a:cs typeface="+mn-cs"/>
        </a:defRPr>
      </a:lvl4pPr>
      <a:lvl5pPr marL="360000" marR="0" indent="-342900" algn="l" defTabSz="914400" rtl="0" eaLnBrk="1" fontAlgn="auto" latinLnBrk="0" hangingPunct="1">
        <a:lnSpc>
          <a:spcPts val="2800"/>
        </a:lnSpc>
        <a:spcBef>
          <a:spcPts val="600"/>
        </a:spcBef>
        <a:spcAft>
          <a:spcPts val="0"/>
        </a:spcAft>
        <a:buClrTx/>
        <a:buSzPct val="100000"/>
        <a:buFont typeface="+mj-lt"/>
        <a:buAutoNum type="arabicPeriod"/>
        <a:tabLst/>
        <a:defRPr kumimoji="0" sz="1800" b="0" kern="1200">
          <a:solidFill>
            <a:schemeClr val="tx1"/>
          </a:solidFill>
          <a:latin typeface="+mj-ea"/>
          <a:ea typeface="+mj-ea"/>
          <a:cs typeface="+mn-cs"/>
        </a:defRPr>
      </a:lvl5pPr>
      <a:lvl6pPr marL="360000" indent="-342000" algn="l" rtl="0" eaLnBrk="1" latinLnBrk="0" hangingPunct="1">
        <a:lnSpc>
          <a:spcPct val="100000"/>
        </a:lnSpc>
        <a:spcBef>
          <a:spcPts val="600"/>
        </a:spcBef>
        <a:buClr>
          <a:srgbClr val="C67A48"/>
        </a:buClr>
        <a:buFont typeface="Wingdings" pitchFamily="2" charset="2"/>
        <a:buChar char="n"/>
        <a:defRPr kumimoji="0" sz="1800" kern="1200" baseline="0">
          <a:solidFill>
            <a:schemeClr val="tx1"/>
          </a:solidFill>
          <a:latin typeface="+mn-ea"/>
          <a:ea typeface="+mn-ea"/>
          <a:cs typeface="+mn-cs"/>
        </a:defRPr>
      </a:lvl6pPr>
      <a:lvl7pPr marL="936000" indent="-228600" algn="l" rtl="0" eaLnBrk="1" latinLnBrk="0" hangingPunct="1">
        <a:spcBef>
          <a:spcPts val="600"/>
        </a:spcBef>
        <a:buClrTx/>
        <a:buFont typeface="Wingdings" pitchFamily="2" charset="2"/>
        <a:buChar char="n"/>
        <a:defRPr kumimoji="0" sz="20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026" name="Picture 7" descr="dot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gray">
          <a:xfrm>
            <a:off x="3175" y="3175"/>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Line 39"/>
          <p:cNvSpPr>
            <a:spLocks noChangeShapeType="1"/>
          </p:cNvSpPr>
          <p:nvPr/>
        </p:nvSpPr>
        <p:spPr bwMode="gray">
          <a:xfrm rot="5400000">
            <a:off x="640557" y="234156"/>
            <a:ext cx="469900" cy="1587"/>
          </a:xfrm>
          <a:prstGeom prst="line">
            <a:avLst/>
          </a:prstGeom>
          <a:noFill/>
          <a:ln w="38100">
            <a:solidFill>
              <a:srgbClr val="E5E647"/>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TW" altLang="en-US" sz="1800" b="0" i="0" u="none" strike="noStrike" kern="1200" cap="none" spc="0" normalizeH="0" baseline="0" noProof="0">
              <a:ln>
                <a:noFill/>
              </a:ln>
              <a:solidFill>
                <a:srgbClr val="003300"/>
              </a:solidFill>
              <a:effectLst/>
              <a:uLnTx/>
              <a:uFillTx/>
              <a:latin typeface="Arial" pitchFamily="34" charset="0"/>
              <a:ea typeface="標楷體" pitchFamily="65" charset="-120"/>
              <a:cs typeface="+mn-cs"/>
            </a:endParaRPr>
          </a:p>
        </p:txBody>
      </p:sp>
      <p:sp>
        <p:nvSpPr>
          <p:cNvPr id="1028" name="Line 40"/>
          <p:cNvSpPr>
            <a:spLocks noChangeShapeType="1"/>
          </p:cNvSpPr>
          <p:nvPr/>
        </p:nvSpPr>
        <p:spPr bwMode="gray">
          <a:xfrm rot="16200000" flipH="1">
            <a:off x="615951" y="231775"/>
            <a:ext cx="463550" cy="3175"/>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TW" altLang="en-US" sz="1800" b="0" i="0" u="none" strike="noStrike" kern="1200" cap="none" spc="0" normalizeH="0" baseline="0" noProof="0">
              <a:ln>
                <a:noFill/>
              </a:ln>
              <a:solidFill>
                <a:srgbClr val="003300"/>
              </a:solidFill>
              <a:effectLst/>
              <a:uLnTx/>
              <a:uFillTx/>
              <a:latin typeface="Arial" pitchFamily="34" charset="0"/>
              <a:ea typeface="標楷體" pitchFamily="65" charset="-120"/>
              <a:cs typeface="+mn-cs"/>
            </a:endParaRPr>
          </a:p>
        </p:txBody>
      </p:sp>
      <p:sp>
        <p:nvSpPr>
          <p:cNvPr id="1029" name="Rectangle 2"/>
          <p:cNvSpPr>
            <a:spLocks noGrp="1" noChangeArrowheads="1"/>
          </p:cNvSpPr>
          <p:nvPr>
            <p:ph type="title"/>
          </p:nvPr>
        </p:nvSpPr>
        <p:spPr bwMode="gray">
          <a:xfrm>
            <a:off x="523875" y="228600"/>
            <a:ext cx="7620000" cy="868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TW" altLang="en-US" smtClean="0"/>
              <a:t>按一下以編輯母片標題樣式</a:t>
            </a:r>
            <a:endParaRPr lang="en-US" altLang="zh-TW" smtClean="0"/>
          </a:p>
        </p:txBody>
      </p:sp>
      <p:sp>
        <p:nvSpPr>
          <p:cNvPr id="1030" name="Rectangle 87"/>
          <p:cNvSpPr>
            <a:spLocks noChangeArrowheads="1"/>
          </p:cNvSpPr>
          <p:nvPr/>
        </p:nvSpPr>
        <p:spPr bwMode="gray">
          <a:xfrm>
            <a:off x="0" y="6400800"/>
            <a:ext cx="9144000" cy="304800"/>
          </a:xfrm>
          <a:prstGeom prst="rect">
            <a:avLst/>
          </a:prstGeom>
          <a:solidFill>
            <a:srgbClr val="EE75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charset="0"/>
                <a:ea typeface="標楷體" pitchFamily="65" charset="-120"/>
              </a:defRPr>
            </a:lvl1pPr>
            <a:lvl2pPr marL="742950" indent="-285750" eaLnBrk="0" hangingPunct="0">
              <a:defRPr>
                <a:solidFill>
                  <a:schemeClr val="tx1"/>
                </a:solidFill>
                <a:latin typeface="Arial" charset="0"/>
                <a:ea typeface="標楷體" pitchFamily="65" charset="-120"/>
              </a:defRPr>
            </a:lvl2pPr>
            <a:lvl3pPr marL="1143000" indent="-228600" eaLnBrk="0" hangingPunct="0">
              <a:defRPr>
                <a:solidFill>
                  <a:schemeClr val="tx1"/>
                </a:solidFill>
                <a:latin typeface="Arial" charset="0"/>
                <a:ea typeface="標楷體" pitchFamily="65" charset="-120"/>
              </a:defRPr>
            </a:lvl3pPr>
            <a:lvl4pPr marL="1600200" indent="-228600" eaLnBrk="0" hangingPunct="0">
              <a:defRPr>
                <a:solidFill>
                  <a:schemeClr val="tx1"/>
                </a:solidFill>
                <a:latin typeface="Arial" charset="0"/>
                <a:ea typeface="標楷體" pitchFamily="65" charset="-120"/>
              </a:defRPr>
            </a:lvl4pPr>
            <a:lvl5pPr marL="2057400" indent="-228600" eaLnBrk="0" hangingPunct="0">
              <a:defRPr>
                <a:solidFill>
                  <a:schemeClr val="tx1"/>
                </a:solidFill>
                <a:latin typeface="Arial" charset="0"/>
                <a:ea typeface="標楷體" pitchFamily="65" charset="-120"/>
              </a:defRPr>
            </a:lvl5pPr>
            <a:lvl6pPr marL="2514600" indent="-228600" eaLnBrk="0" fontAlgn="base" hangingPunct="0">
              <a:spcBef>
                <a:spcPct val="0"/>
              </a:spcBef>
              <a:spcAft>
                <a:spcPct val="0"/>
              </a:spcAft>
              <a:defRPr>
                <a:solidFill>
                  <a:schemeClr val="tx1"/>
                </a:solidFill>
                <a:latin typeface="Arial" charset="0"/>
                <a:ea typeface="標楷體" pitchFamily="65" charset="-120"/>
              </a:defRPr>
            </a:lvl6pPr>
            <a:lvl7pPr marL="2971800" indent="-228600" eaLnBrk="0" fontAlgn="base" hangingPunct="0">
              <a:spcBef>
                <a:spcPct val="0"/>
              </a:spcBef>
              <a:spcAft>
                <a:spcPct val="0"/>
              </a:spcAft>
              <a:defRPr>
                <a:solidFill>
                  <a:schemeClr val="tx1"/>
                </a:solidFill>
                <a:latin typeface="Arial" charset="0"/>
                <a:ea typeface="標楷體" pitchFamily="65" charset="-120"/>
              </a:defRPr>
            </a:lvl7pPr>
            <a:lvl8pPr marL="3429000" indent="-228600" eaLnBrk="0" fontAlgn="base" hangingPunct="0">
              <a:spcBef>
                <a:spcPct val="0"/>
              </a:spcBef>
              <a:spcAft>
                <a:spcPct val="0"/>
              </a:spcAft>
              <a:defRPr>
                <a:solidFill>
                  <a:schemeClr val="tx1"/>
                </a:solidFill>
                <a:latin typeface="Arial" charset="0"/>
                <a:ea typeface="標楷體" pitchFamily="65" charset="-120"/>
              </a:defRPr>
            </a:lvl8pPr>
            <a:lvl9pPr marL="3886200" indent="-228600" eaLnBrk="0" fontAlgn="base" hangingPunct="0">
              <a:spcBef>
                <a:spcPct val="0"/>
              </a:spcBef>
              <a:spcAft>
                <a:spcPct val="0"/>
              </a:spcAft>
              <a:defRPr>
                <a:solidFill>
                  <a:schemeClr val="tx1"/>
                </a:solidFill>
                <a:latin typeface="Arial" charset="0"/>
                <a:ea typeface="標楷體" pitchFamily="65"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TW" altLang="en-US" sz="1800" b="0" i="0" u="none" strike="noStrike" kern="1200" cap="none" spc="0" normalizeH="0" baseline="0" noProof="0" smtClean="0">
              <a:ln>
                <a:noFill/>
              </a:ln>
              <a:solidFill>
                <a:srgbClr val="003300"/>
              </a:solidFill>
              <a:effectLst/>
              <a:uLnTx/>
              <a:uFillTx/>
              <a:latin typeface="Arial" charset="0"/>
              <a:ea typeface="標楷體" pitchFamily="65" charset="-120"/>
              <a:cs typeface="+mn-cs"/>
            </a:endParaRPr>
          </a:p>
        </p:txBody>
      </p:sp>
      <p:sp>
        <p:nvSpPr>
          <p:cNvPr id="1031" name="Rectangle 3"/>
          <p:cNvSpPr>
            <a:spLocks noGrp="1" noChangeArrowheads="1"/>
          </p:cNvSpPr>
          <p:nvPr>
            <p:ph type="body" idx="1"/>
          </p:nvPr>
        </p:nvSpPr>
        <p:spPr bwMode="gray">
          <a:xfrm>
            <a:off x="457200" y="1295400"/>
            <a:ext cx="8229600" cy="502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altLang="zh-TW" smtClean="0"/>
          </a:p>
        </p:txBody>
      </p:sp>
      <p:sp>
        <p:nvSpPr>
          <p:cNvPr id="3" name="Rectangle 6"/>
          <p:cNvSpPr>
            <a:spLocks noGrp="1" noChangeArrowheads="1"/>
          </p:cNvSpPr>
          <p:nvPr>
            <p:ph type="sldNum" sz="quarter" idx="4"/>
          </p:nvPr>
        </p:nvSpPr>
        <p:spPr bwMode="gray">
          <a:xfrm>
            <a:off x="8451850" y="6419850"/>
            <a:ext cx="609600" cy="257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solidFill>
                  <a:schemeClr val="bg1"/>
                </a:solidFill>
                <a:latin typeface="Candara" panose="020E0502030303020204" pitchFamily="34" charset="0"/>
                <a:ea typeface="新細明體" charset="-120"/>
                <a:cs typeface="Cordia New" panose="020B0304020202020204" pitchFamily="34" charset="-34"/>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36017293-91F8-498B-867D-58F85E482772}" type="slidenum">
              <a:rPr kumimoji="0" lang="en-US" altLang="zh-TW" sz="1200" b="0" i="0" u="none" strike="noStrike" kern="1200" cap="none" spc="0" normalizeH="0" baseline="0" noProof="0">
                <a:ln>
                  <a:noFill/>
                </a:ln>
                <a:solidFill>
                  <a:srgbClr val="FFFFFF"/>
                </a:solidFill>
                <a:effectLst/>
                <a:uLnTx/>
                <a:uFillTx/>
                <a:latin typeface="Candara" panose="020E0502030303020204" pitchFamily="34" charset="0"/>
                <a:ea typeface="新細明體" charset="-120"/>
                <a:cs typeface="Cordia New" panose="020B0304020202020204" pitchFamily="34" charset="-34"/>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zh-TW" sz="1200" b="0" i="0" u="none" strike="noStrike" kern="1200" cap="none" spc="0" normalizeH="0" baseline="0" noProof="0">
              <a:ln>
                <a:noFill/>
              </a:ln>
              <a:solidFill>
                <a:srgbClr val="FFFFFF"/>
              </a:solidFill>
              <a:effectLst/>
              <a:uLnTx/>
              <a:uFillTx/>
              <a:latin typeface="Candara" panose="020E0502030303020204" pitchFamily="34" charset="0"/>
              <a:ea typeface="新細明體" charset="-120"/>
              <a:cs typeface="Cordia New" panose="020B0304020202020204" pitchFamily="34" charset="-34"/>
            </a:endParaRPr>
          </a:p>
        </p:txBody>
      </p:sp>
      <p:sp>
        <p:nvSpPr>
          <p:cNvPr id="1033" name="Line 13"/>
          <p:cNvSpPr>
            <a:spLocks noChangeShapeType="1"/>
          </p:cNvSpPr>
          <p:nvPr/>
        </p:nvSpPr>
        <p:spPr bwMode="gray">
          <a:xfrm rot="5400000" flipV="1">
            <a:off x="8305800" y="190500"/>
            <a:ext cx="381000" cy="0"/>
          </a:xfrm>
          <a:prstGeom prst="line">
            <a:avLst/>
          </a:prstGeom>
          <a:noFill/>
          <a:ln w="38100">
            <a:solidFill>
              <a:srgbClr val="E5E647"/>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TW" altLang="en-US" sz="1800" b="0" i="0" u="none" strike="noStrike" kern="1200" cap="none" spc="0" normalizeH="0" baseline="0" noProof="0">
              <a:ln>
                <a:noFill/>
              </a:ln>
              <a:solidFill>
                <a:srgbClr val="003300"/>
              </a:solidFill>
              <a:effectLst/>
              <a:uLnTx/>
              <a:uFillTx/>
              <a:latin typeface="Arial" pitchFamily="34" charset="0"/>
              <a:ea typeface="標楷體" pitchFamily="65" charset="-120"/>
              <a:cs typeface="+mn-cs"/>
            </a:endParaRPr>
          </a:p>
        </p:txBody>
      </p:sp>
      <p:sp>
        <p:nvSpPr>
          <p:cNvPr id="1034" name="Line 14"/>
          <p:cNvSpPr>
            <a:spLocks noChangeShapeType="1"/>
          </p:cNvSpPr>
          <p:nvPr/>
        </p:nvSpPr>
        <p:spPr bwMode="gray">
          <a:xfrm rot="5400000" flipV="1">
            <a:off x="8269287" y="188913"/>
            <a:ext cx="377825" cy="0"/>
          </a:xfrm>
          <a:prstGeom prst="line">
            <a:avLst/>
          </a:prstGeom>
          <a:noFill/>
          <a:ln w="38100">
            <a:solidFill>
              <a:srgbClr val="E1E1E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TW" altLang="en-US" sz="1800" b="0" i="0" u="none" strike="noStrike" kern="1200" cap="none" spc="0" normalizeH="0" baseline="0" noProof="0">
              <a:ln>
                <a:noFill/>
              </a:ln>
              <a:solidFill>
                <a:srgbClr val="003300"/>
              </a:solidFill>
              <a:effectLst/>
              <a:uLnTx/>
              <a:uFillTx/>
              <a:latin typeface="Arial" pitchFamily="34" charset="0"/>
              <a:ea typeface="標楷體" pitchFamily="65" charset="-120"/>
              <a:cs typeface="+mn-cs"/>
            </a:endParaRPr>
          </a:p>
        </p:txBody>
      </p:sp>
      <p:sp>
        <p:nvSpPr>
          <p:cNvPr id="1036" name="Oval 9"/>
          <p:cNvSpPr>
            <a:spLocks noChangeArrowheads="1"/>
          </p:cNvSpPr>
          <p:nvPr/>
        </p:nvSpPr>
        <p:spPr bwMode="gray">
          <a:xfrm>
            <a:off x="8174038" y="460375"/>
            <a:ext cx="593725" cy="593725"/>
          </a:xfrm>
          <a:prstGeom prst="ellipse">
            <a:avLst/>
          </a:prstGeom>
          <a:blipFill dpi="0" rotWithShape="1">
            <a:blip r:embed="rId9"/>
            <a:srcRect/>
            <a:stretch>
              <a:fillRect/>
            </a:stretch>
          </a:bli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ea typeface="標楷體" pitchFamily="65" charset="-120"/>
              </a:defRPr>
            </a:lvl1pPr>
            <a:lvl2pPr marL="742950" indent="-285750" eaLnBrk="0" hangingPunct="0">
              <a:defRPr>
                <a:solidFill>
                  <a:schemeClr val="tx1"/>
                </a:solidFill>
                <a:latin typeface="Arial" charset="0"/>
                <a:ea typeface="標楷體" pitchFamily="65" charset="-120"/>
              </a:defRPr>
            </a:lvl2pPr>
            <a:lvl3pPr marL="1143000" indent="-228600" eaLnBrk="0" hangingPunct="0">
              <a:defRPr>
                <a:solidFill>
                  <a:schemeClr val="tx1"/>
                </a:solidFill>
                <a:latin typeface="Arial" charset="0"/>
                <a:ea typeface="標楷體" pitchFamily="65" charset="-120"/>
              </a:defRPr>
            </a:lvl3pPr>
            <a:lvl4pPr marL="1600200" indent="-228600" eaLnBrk="0" hangingPunct="0">
              <a:defRPr>
                <a:solidFill>
                  <a:schemeClr val="tx1"/>
                </a:solidFill>
                <a:latin typeface="Arial" charset="0"/>
                <a:ea typeface="標楷體" pitchFamily="65" charset="-120"/>
              </a:defRPr>
            </a:lvl4pPr>
            <a:lvl5pPr marL="2057400" indent="-228600" eaLnBrk="0" hangingPunct="0">
              <a:defRPr>
                <a:solidFill>
                  <a:schemeClr val="tx1"/>
                </a:solidFill>
                <a:latin typeface="Arial" charset="0"/>
                <a:ea typeface="標楷體" pitchFamily="65" charset="-120"/>
              </a:defRPr>
            </a:lvl5pPr>
            <a:lvl6pPr marL="2514600" indent="-228600" eaLnBrk="0" fontAlgn="base" hangingPunct="0">
              <a:spcBef>
                <a:spcPct val="0"/>
              </a:spcBef>
              <a:spcAft>
                <a:spcPct val="0"/>
              </a:spcAft>
              <a:defRPr>
                <a:solidFill>
                  <a:schemeClr val="tx1"/>
                </a:solidFill>
                <a:latin typeface="Arial" charset="0"/>
                <a:ea typeface="標楷體" pitchFamily="65" charset="-120"/>
              </a:defRPr>
            </a:lvl6pPr>
            <a:lvl7pPr marL="2971800" indent="-228600" eaLnBrk="0" fontAlgn="base" hangingPunct="0">
              <a:spcBef>
                <a:spcPct val="0"/>
              </a:spcBef>
              <a:spcAft>
                <a:spcPct val="0"/>
              </a:spcAft>
              <a:defRPr>
                <a:solidFill>
                  <a:schemeClr val="tx1"/>
                </a:solidFill>
                <a:latin typeface="Arial" charset="0"/>
                <a:ea typeface="標楷體" pitchFamily="65" charset="-120"/>
              </a:defRPr>
            </a:lvl7pPr>
            <a:lvl8pPr marL="3429000" indent="-228600" eaLnBrk="0" fontAlgn="base" hangingPunct="0">
              <a:spcBef>
                <a:spcPct val="0"/>
              </a:spcBef>
              <a:spcAft>
                <a:spcPct val="0"/>
              </a:spcAft>
              <a:defRPr>
                <a:solidFill>
                  <a:schemeClr val="tx1"/>
                </a:solidFill>
                <a:latin typeface="Arial" charset="0"/>
                <a:ea typeface="標楷體" pitchFamily="65" charset="-120"/>
              </a:defRPr>
            </a:lvl8pPr>
            <a:lvl9pPr marL="3886200" indent="-228600" eaLnBrk="0" fontAlgn="base" hangingPunct="0">
              <a:spcBef>
                <a:spcPct val="0"/>
              </a:spcBef>
              <a:spcAft>
                <a:spcPct val="0"/>
              </a:spcAft>
              <a:defRPr>
                <a:solidFill>
                  <a:schemeClr val="tx1"/>
                </a:solidFill>
                <a:latin typeface="Arial" charset="0"/>
                <a:ea typeface="標楷體" pitchFamily="65"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TW" altLang="en-US" sz="1800" b="0" i="0" u="none" strike="noStrike" kern="1200" cap="none" spc="0" normalizeH="0" baseline="0" noProof="0" smtClean="0">
              <a:ln>
                <a:noFill/>
              </a:ln>
              <a:solidFill>
                <a:srgbClr val="003300"/>
              </a:solidFill>
              <a:effectLst/>
              <a:uLnTx/>
              <a:uFillTx/>
              <a:latin typeface="Arial" charset="0"/>
              <a:ea typeface="標楷體" pitchFamily="65" charset="-120"/>
              <a:cs typeface="+mn-cs"/>
            </a:endParaRPr>
          </a:p>
        </p:txBody>
      </p:sp>
      <p:grpSp>
        <p:nvGrpSpPr>
          <p:cNvPr id="2" name="Group 10"/>
          <p:cNvGrpSpPr>
            <a:grpSpLocks/>
          </p:cNvGrpSpPr>
          <p:nvPr/>
        </p:nvGrpSpPr>
        <p:grpSpPr bwMode="auto">
          <a:xfrm>
            <a:off x="8077200" y="371475"/>
            <a:ext cx="768350" cy="771525"/>
            <a:chOff x="3047" y="124"/>
            <a:chExt cx="1717" cy="1724"/>
          </a:xfrm>
        </p:grpSpPr>
        <p:sp>
          <p:nvSpPr>
            <p:cNvPr id="1063" name="Freeform 11"/>
            <p:cNvSpPr>
              <a:spLocks/>
            </p:cNvSpPr>
            <p:nvPr/>
          </p:nvSpPr>
          <p:spPr bwMode="gray">
            <a:xfrm>
              <a:off x="3047" y="124"/>
              <a:ext cx="1717" cy="850"/>
            </a:xfrm>
            <a:custGeom>
              <a:avLst/>
              <a:gdLst>
                <a:gd name="T0" fmla="*/ 1581 w 1717"/>
                <a:gd name="T1" fmla="*/ 850 h 850"/>
                <a:gd name="T2" fmla="*/ 1717 w 1717"/>
                <a:gd name="T3" fmla="*/ 850 h 850"/>
                <a:gd name="T4" fmla="*/ 869 w 1717"/>
                <a:gd name="T5" fmla="*/ 0 h 850"/>
                <a:gd name="T6" fmla="*/ 16 w 1717"/>
                <a:gd name="T7" fmla="*/ 850 h 850"/>
                <a:gd name="T8" fmla="*/ 150 w 1717"/>
                <a:gd name="T9" fmla="*/ 848 h 850"/>
                <a:gd name="T10" fmla="*/ 874 w 1717"/>
                <a:gd name="T11" fmla="*/ 137 h 850"/>
                <a:gd name="T12" fmla="*/ 1581 w 1717"/>
                <a:gd name="T13" fmla="*/ 850 h 8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717" h="850">
                  <a:moveTo>
                    <a:pt x="1581" y="850"/>
                  </a:moveTo>
                  <a:lnTo>
                    <a:pt x="1717" y="850"/>
                  </a:lnTo>
                  <a:cubicBezTo>
                    <a:pt x="1717" y="850"/>
                    <a:pt x="1699" y="35"/>
                    <a:pt x="869" y="0"/>
                  </a:cubicBezTo>
                  <a:cubicBezTo>
                    <a:pt x="0" y="52"/>
                    <a:pt x="16" y="850"/>
                    <a:pt x="16" y="850"/>
                  </a:cubicBezTo>
                  <a:lnTo>
                    <a:pt x="150" y="848"/>
                  </a:lnTo>
                  <a:cubicBezTo>
                    <a:pt x="150" y="848"/>
                    <a:pt x="166" y="170"/>
                    <a:pt x="874" y="137"/>
                  </a:cubicBezTo>
                  <a:cubicBezTo>
                    <a:pt x="1578" y="185"/>
                    <a:pt x="1581" y="850"/>
                    <a:pt x="1581" y="850"/>
                  </a:cubicBezTo>
                  <a:close/>
                </a:path>
              </a:pathLst>
            </a:custGeom>
            <a:solidFill>
              <a:srgbClr val="E5E647"/>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TW" altLang="en-US" sz="1800" b="0" i="0" u="none" strike="noStrike" kern="1200" cap="none" spc="0" normalizeH="0" baseline="0" noProof="0">
                <a:ln>
                  <a:noFill/>
                </a:ln>
                <a:solidFill>
                  <a:srgbClr val="003300"/>
                </a:solidFill>
                <a:effectLst/>
                <a:uLnTx/>
                <a:uFillTx/>
                <a:latin typeface="Arial" pitchFamily="34" charset="0"/>
                <a:ea typeface="標楷體" pitchFamily="65" charset="-120"/>
                <a:cs typeface="+mn-cs"/>
              </a:endParaRPr>
            </a:p>
          </p:txBody>
        </p:sp>
        <p:sp>
          <p:nvSpPr>
            <p:cNvPr id="1064" name="Freeform 12"/>
            <p:cNvSpPr>
              <a:spLocks/>
            </p:cNvSpPr>
            <p:nvPr/>
          </p:nvSpPr>
          <p:spPr bwMode="gray">
            <a:xfrm flipV="1">
              <a:off x="3047" y="998"/>
              <a:ext cx="1717" cy="850"/>
            </a:xfrm>
            <a:custGeom>
              <a:avLst/>
              <a:gdLst>
                <a:gd name="T0" fmla="*/ 1581 w 1717"/>
                <a:gd name="T1" fmla="*/ 850 h 850"/>
                <a:gd name="T2" fmla="*/ 1717 w 1717"/>
                <a:gd name="T3" fmla="*/ 850 h 850"/>
                <a:gd name="T4" fmla="*/ 869 w 1717"/>
                <a:gd name="T5" fmla="*/ 0 h 850"/>
                <a:gd name="T6" fmla="*/ 16 w 1717"/>
                <a:gd name="T7" fmla="*/ 850 h 850"/>
                <a:gd name="T8" fmla="*/ 150 w 1717"/>
                <a:gd name="T9" fmla="*/ 848 h 850"/>
                <a:gd name="T10" fmla="*/ 874 w 1717"/>
                <a:gd name="T11" fmla="*/ 137 h 850"/>
                <a:gd name="T12" fmla="*/ 1581 w 1717"/>
                <a:gd name="T13" fmla="*/ 850 h 8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717" h="850">
                  <a:moveTo>
                    <a:pt x="1581" y="850"/>
                  </a:moveTo>
                  <a:lnTo>
                    <a:pt x="1717" y="850"/>
                  </a:lnTo>
                  <a:cubicBezTo>
                    <a:pt x="1717" y="850"/>
                    <a:pt x="1699" y="35"/>
                    <a:pt x="869" y="0"/>
                  </a:cubicBezTo>
                  <a:cubicBezTo>
                    <a:pt x="0" y="52"/>
                    <a:pt x="16" y="850"/>
                    <a:pt x="16" y="850"/>
                  </a:cubicBezTo>
                  <a:lnTo>
                    <a:pt x="150" y="848"/>
                  </a:lnTo>
                  <a:cubicBezTo>
                    <a:pt x="150" y="848"/>
                    <a:pt x="166" y="170"/>
                    <a:pt x="874" y="137"/>
                  </a:cubicBezTo>
                  <a:cubicBezTo>
                    <a:pt x="1578" y="185"/>
                    <a:pt x="1581" y="850"/>
                    <a:pt x="1581" y="850"/>
                  </a:cubicBezTo>
                  <a:close/>
                </a:path>
              </a:pathLst>
            </a:custGeom>
            <a:solidFill>
              <a:schemeClr val="bg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TW" altLang="en-US" sz="1800" b="0" i="0" u="none" strike="noStrike" kern="1200" cap="none" spc="0" normalizeH="0" baseline="0" noProof="0">
                <a:ln>
                  <a:noFill/>
                </a:ln>
                <a:solidFill>
                  <a:srgbClr val="003300"/>
                </a:solidFill>
                <a:effectLst/>
                <a:uLnTx/>
                <a:uFillTx/>
                <a:latin typeface="Arial" pitchFamily="34" charset="0"/>
                <a:ea typeface="標楷體" pitchFamily="65" charset="-120"/>
                <a:cs typeface="+mn-cs"/>
              </a:endParaRPr>
            </a:p>
          </p:txBody>
        </p:sp>
      </p:grpSp>
      <p:grpSp>
        <p:nvGrpSpPr>
          <p:cNvPr id="1037" name="Group 24"/>
          <p:cNvGrpSpPr>
            <a:grpSpLocks/>
          </p:cNvGrpSpPr>
          <p:nvPr/>
        </p:nvGrpSpPr>
        <p:grpSpPr bwMode="auto">
          <a:xfrm rot="5400000">
            <a:off x="7343775" y="200025"/>
            <a:ext cx="796925" cy="396875"/>
            <a:chOff x="0" y="251"/>
            <a:chExt cx="1075" cy="536"/>
          </a:xfrm>
        </p:grpSpPr>
        <p:sp>
          <p:nvSpPr>
            <p:cNvPr id="1057" name="Oval 18"/>
            <p:cNvSpPr>
              <a:spLocks noChangeArrowheads="1"/>
            </p:cNvSpPr>
            <p:nvPr/>
          </p:nvSpPr>
          <p:spPr bwMode="gray">
            <a:xfrm>
              <a:off x="619" y="335"/>
              <a:ext cx="383" cy="384"/>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ea typeface="標楷體" pitchFamily="65" charset="-120"/>
                </a:defRPr>
              </a:lvl1pPr>
              <a:lvl2pPr marL="742950" indent="-285750" eaLnBrk="0" hangingPunct="0">
                <a:defRPr>
                  <a:solidFill>
                    <a:schemeClr val="tx1"/>
                  </a:solidFill>
                  <a:latin typeface="Arial" charset="0"/>
                  <a:ea typeface="標楷體" pitchFamily="65" charset="-120"/>
                </a:defRPr>
              </a:lvl2pPr>
              <a:lvl3pPr marL="1143000" indent="-228600" eaLnBrk="0" hangingPunct="0">
                <a:defRPr>
                  <a:solidFill>
                    <a:schemeClr val="tx1"/>
                  </a:solidFill>
                  <a:latin typeface="Arial" charset="0"/>
                  <a:ea typeface="標楷體" pitchFamily="65" charset="-120"/>
                </a:defRPr>
              </a:lvl3pPr>
              <a:lvl4pPr marL="1600200" indent="-228600" eaLnBrk="0" hangingPunct="0">
                <a:defRPr>
                  <a:solidFill>
                    <a:schemeClr val="tx1"/>
                  </a:solidFill>
                  <a:latin typeface="Arial" charset="0"/>
                  <a:ea typeface="標楷體" pitchFamily="65" charset="-120"/>
                </a:defRPr>
              </a:lvl4pPr>
              <a:lvl5pPr marL="2057400" indent="-228600" eaLnBrk="0" hangingPunct="0">
                <a:defRPr>
                  <a:solidFill>
                    <a:schemeClr val="tx1"/>
                  </a:solidFill>
                  <a:latin typeface="Arial" charset="0"/>
                  <a:ea typeface="標楷體" pitchFamily="65" charset="-120"/>
                </a:defRPr>
              </a:lvl5pPr>
              <a:lvl6pPr marL="2514600" indent="-228600" eaLnBrk="0" fontAlgn="base" hangingPunct="0">
                <a:spcBef>
                  <a:spcPct val="0"/>
                </a:spcBef>
                <a:spcAft>
                  <a:spcPct val="0"/>
                </a:spcAft>
                <a:defRPr>
                  <a:solidFill>
                    <a:schemeClr val="tx1"/>
                  </a:solidFill>
                  <a:latin typeface="Arial" charset="0"/>
                  <a:ea typeface="標楷體" pitchFamily="65" charset="-120"/>
                </a:defRPr>
              </a:lvl6pPr>
              <a:lvl7pPr marL="2971800" indent="-228600" eaLnBrk="0" fontAlgn="base" hangingPunct="0">
                <a:spcBef>
                  <a:spcPct val="0"/>
                </a:spcBef>
                <a:spcAft>
                  <a:spcPct val="0"/>
                </a:spcAft>
                <a:defRPr>
                  <a:solidFill>
                    <a:schemeClr val="tx1"/>
                  </a:solidFill>
                  <a:latin typeface="Arial" charset="0"/>
                  <a:ea typeface="標楷體" pitchFamily="65" charset="-120"/>
                </a:defRPr>
              </a:lvl7pPr>
              <a:lvl8pPr marL="3429000" indent="-228600" eaLnBrk="0" fontAlgn="base" hangingPunct="0">
                <a:spcBef>
                  <a:spcPct val="0"/>
                </a:spcBef>
                <a:spcAft>
                  <a:spcPct val="0"/>
                </a:spcAft>
                <a:defRPr>
                  <a:solidFill>
                    <a:schemeClr val="tx1"/>
                  </a:solidFill>
                  <a:latin typeface="Arial" charset="0"/>
                  <a:ea typeface="標楷體" pitchFamily="65" charset="-120"/>
                </a:defRPr>
              </a:lvl8pPr>
              <a:lvl9pPr marL="3886200" indent="-228600" eaLnBrk="0" fontAlgn="base" hangingPunct="0">
                <a:spcBef>
                  <a:spcPct val="0"/>
                </a:spcBef>
                <a:spcAft>
                  <a:spcPct val="0"/>
                </a:spcAft>
                <a:defRPr>
                  <a:solidFill>
                    <a:schemeClr val="tx1"/>
                  </a:solidFill>
                  <a:latin typeface="Arial" charset="0"/>
                  <a:ea typeface="標楷體" pitchFamily="65"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TW" altLang="en-US" sz="1800" b="0" i="0" u="none" strike="noStrike" kern="1200" cap="none" spc="0" normalizeH="0" baseline="0" noProof="0" smtClean="0">
                <a:ln>
                  <a:noFill/>
                </a:ln>
                <a:solidFill>
                  <a:srgbClr val="003300"/>
                </a:solidFill>
                <a:effectLst/>
                <a:uLnTx/>
                <a:uFillTx/>
                <a:latin typeface="Arial" charset="0"/>
                <a:ea typeface="標楷體" pitchFamily="65" charset="-120"/>
                <a:cs typeface="+mn-cs"/>
              </a:endParaRPr>
            </a:p>
          </p:txBody>
        </p:sp>
        <p:grpSp>
          <p:nvGrpSpPr>
            <p:cNvPr id="1058" name="Group 19"/>
            <p:cNvGrpSpPr>
              <a:grpSpLocks/>
            </p:cNvGrpSpPr>
            <p:nvPr/>
          </p:nvGrpSpPr>
          <p:grpSpPr bwMode="auto">
            <a:xfrm>
              <a:off x="541" y="251"/>
              <a:ext cx="534" cy="536"/>
              <a:chOff x="3047" y="124"/>
              <a:chExt cx="1717" cy="1724"/>
            </a:xfrm>
          </p:grpSpPr>
          <p:sp>
            <p:nvSpPr>
              <p:cNvPr id="1061" name="Freeform 20"/>
              <p:cNvSpPr>
                <a:spLocks/>
              </p:cNvSpPr>
              <p:nvPr/>
            </p:nvSpPr>
            <p:spPr bwMode="gray">
              <a:xfrm>
                <a:off x="3047" y="124"/>
                <a:ext cx="1717" cy="850"/>
              </a:xfrm>
              <a:custGeom>
                <a:avLst/>
                <a:gdLst>
                  <a:gd name="T0" fmla="*/ 1581 w 1717"/>
                  <a:gd name="T1" fmla="*/ 850 h 850"/>
                  <a:gd name="T2" fmla="*/ 1717 w 1717"/>
                  <a:gd name="T3" fmla="*/ 850 h 850"/>
                  <a:gd name="T4" fmla="*/ 869 w 1717"/>
                  <a:gd name="T5" fmla="*/ 0 h 850"/>
                  <a:gd name="T6" fmla="*/ 16 w 1717"/>
                  <a:gd name="T7" fmla="*/ 850 h 850"/>
                  <a:gd name="T8" fmla="*/ 150 w 1717"/>
                  <a:gd name="T9" fmla="*/ 848 h 850"/>
                  <a:gd name="T10" fmla="*/ 874 w 1717"/>
                  <a:gd name="T11" fmla="*/ 137 h 850"/>
                  <a:gd name="T12" fmla="*/ 1581 w 1717"/>
                  <a:gd name="T13" fmla="*/ 850 h 8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717" h="850">
                    <a:moveTo>
                      <a:pt x="1581" y="850"/>
                    </a:moveTo>
                    <a:lnTo>
                      <a:pt x="1717" y="850"/>
                    </a:lnTo>
                    <a:cubicBezTo>
                      <a:pt x="1717" y="850"/>
                      <a:pt x="1699" y="35"/>
                      <a:pt x="869" y="0"/>
                    </a:cubicBezTo>
                    <a:cubicBezTo>
                      <a:pt x="0" y="52"/>
                      <a:pt x="16" y="850"/>
                      <a:pt x="16" y="850"/>
                    </a:cubicBezTo>
                    <a:lnTo>
                      <a:pt x="150" y="848"/>
                    </a:lnTo>
                    <a:cubicBezTo>
                      <a:pt x="150" y="848"/>
                      <a:pt x="166" y="170"/>
                      <a:pt x="874" y="137"/>
                    </a:cubicBezTo>
                    <a:cubicBezTo>
                      <a:pt x="1578" y="185"/>
                      <a:pt x="1581" y="850"/>
                      <a:pt x="1581" y="850"/>
                    </a:cubicBezTo>
                    <a:close/>
                  </a:path>
                </a:pathLst>
              </a:custGeom>
              <a:solidFill>
                <a:srgbClr val="E5E647"/>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TW" altLang="en-US" sz="1800" b="0" i="0" u="none" strike="noStrike" kern="1200" cap="none" spc="0" normalizeH="0" baseline="0" noProof="0">
                  <a:ln>
                    <a:noFill/>
                  </a:ln>
                  <a:solidFill>
                    <a:srgbClr val="003300"/>
                  </a:solidFill>
                  <a:effectLst/>
                  <a:uLnTx/>
                  <a:uFillTx/>
                  <a:latin typeface="Arial" pitchFamily="34" charset="0"/>
                  <a:ea typeface="標楷體" pitchFamily="65" charset="-120"/>
                  <a:cs typeface="+mn-cs"/>
                </a:endParaRPr>
              </a:p>
            </p:txBody>
          </p:sp>
          <p:sp>
            <p:nvSpPr>
              <p:cNvPr id="1062" name="Freeform 21"/>
              <p:cNvSpPr>
                <a:spLocks/>
              </p:cNvSpPr>
              <p:nvPr/>
            </p:nvSpPr>
            <p:spPr bwMode="gray">
              <a:xfrm flipV="1">
                <a:off x="3047" y="998"/>
                <a:ext cx="1717" cy="850"/>
              </a:xfrm>
              <a:custGeom>
                <a:avLst/>
                <a:gdLst>
                  <a:gd name="T0" fmla="*/ 1581 w 1717"/>
                  <a:gd name="T1" fmla="*/ 850 h 850"/>
                  <a:gd name="T2" fmla="*/ 1717 w 1717"/>
                  <a:gd name="T3" fmla="*/ 850 h 850"/>
                  <a:gd name="T4" fmla="*/ 869 w 1717"/>
                  <a:gd name="T5" fmla="*/ 0 h 850"/>
                  <a:gd name="T6" fmla="*/ 16 w 1717"/>
                  <a:gd name="T7" fmla="*/ 850 h 850"/>
                  <a:gd name="T8" fmla="*/ 150 w 1717"/>
                  <a:gd name="T9" fmla="*/ 848 h 850"/>
                  <a:gd name="T10" fmla="*/ 874 w 1717"/>
                  <a:gd name="T11" fmla="*/ 137 h 850"/>
                  <a:gd name="T12" fmla="*/ 1581 w 1717"/>
                  <a:gd name="T13" fmla="*/ 850 h 8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717" h="850">
                    <a:moveTo>
                      <a:pt x="1581" y="850"/>
                    </a:moveTo>
                    <a:lnTo>
                      <a:pt x="1717" y="850"/>
                    </a:lnTo>
                    <a:cubicBezTo>
                      <a:pt x="1717" y="850"/>
                      <a:pt x="1699" y="35"/>
                      <a:pt x="869" y="0"/>
                    </a:cubicBezTo>
                    <a:cubicBezTo>
                      <a:pt x="0" y="52"/>
                      <a:pt x="16" y="850"/>
                      <a:pt x="16" y="850"/>
                    </a:cubicBezTo>
                    <a:lnTo>
                      <a:pt x="150" y="848"/>
                    </a:lnTo>
                    <a:cubicBezTo>
                      <a:pt x="150" y="848"/>
                      <a:pt x="166" y="170"/>
                      <a:pt x="874" y="137"/>
                    </a:cubicBezTo>
                    <a:cubicBezTo>
                      <a:pt x="1578" y="185"/>
                      <a:pt x="1581" y="850"/>
                      <a:pt x="1581" y="850"/>
                    </a:cubicBezTo>
                    <a:close/>
                  </a:path>
                </a:pathLst>
              </a:custGeom>
              <a:solidFill>
                <a:schemeClr val="bg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TW" altLang="en-US" sz="1800" b="0" i="0" u="none" strike="noStrike" kern="1200" cap="none" spc="0" normalizeH="0" baseline="0" noProof="0">
                  <a:ln>
                    <a:noFill/>
                  </a:ln>
                  <a:solidFill>
                    <a:srgbClr val="003300"/>
                  </a:solidFill>
                  <a:effectLst/>
                  <a:uLnTx/>
                  <a:uFillTx/>
                  <a:latin typeface="Arial" pitchFamily="34" charset="0"/>
                  <a:ea typeface="標楷體" pitchFamily="65" charset="-120"/>
                  <a:cs typeface="+mn-cs"/>
                </a:endParaRPr>
              </a:p>
            </p:txBody>
          </p:sp>
        </p:grpSp>
        <p:sp>
          <p:nvSpPr>
            <p:cNvPr id="1059" name="Line 22"/>
            <p:cNvSpPr>
              <a:spLocks noChangeShapeType="1"/>
            </p:cNvSpPr>
            <p:nvPr/>
          </p:nvSpPr>
          <p:spPr bwMode="gray">
            <a:xfrm flipV="1">
              <a:off x="0" y="507"/>
              <a:ext cx="588" cy="0"/>
            </a:xfrm>
            <a:prstGeom prst="line">
              <a:avLst/>
            </a:prstGeom>
            <a:noFill/>
            <a:ln w="38100">
              <a:solidFill>
                <a:srgbClr val="E5E647"/>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TW" altLang="en-US" sz="1800" b="0" i="0" u="none" strike="noStrike" kern="1200" cap="none" spc="0" normalizeH="0" baseline="0" noProof="0">
                <a:ln>
                  <a:noFill/>
                </a:ln>
                <a:solidFill>
                  <a:srgbClr val="003300"/>
                </a:solidFill>
                <a:effectLst/>
                <a:uLnTx/>
                <a:uFillTx/>
                <a:latin typeface="Arial" pitchFamily="34" charset="0"/>
                <a:ea typeface="標楷體" pitchFamily="65" charset="-120"/>
                <a:cs typeface="+mn-cs"/>
              </a:endParaRPr>
            </a:p>
          </p:txBody>
        </p:sp>
        <p:sp>
          <p:nvSpPr>
            <p:cNvPr id="1060" name="Line 23"/>
            <p:cNvSpPr>
              <a:spLocks noChangeShapeType="1"/>
            </p:cNvSpPr>
            <p:nvPr/>
          </p:nvSpPr>
          <p:spPr bwMode="gray">
            <a:xfrm flipV="1">
              <a:off x="2" y="528"/>
              <a:ext cx="584" cy="4"/>
            </a:xfrm>
            <a:prstGeom prst="line">
              <a:avLst/>
            </a:prstGeom>
            <a:noFill/>
            <a:ln w="38100">
              <a:solidFill>
                <a:srgbClr val="E1E1E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TW" altLang="en-US" sz="1800" b="0" i="0" u="none" strike="noStrike" kern="1200" cap="none" spc="0" normalizeH="0" baseline="0" noProof="0">
                <a:ln>
                  <a:noFill/>
                </a:ln>
                <a:solidFill>
                  <a:srgbClr val="003300"/>
                </a:solidFill>
                <a:effectLst/>
                <a:uLnTx/>
                <a:uFillTx/>
                <a:latin typeface="Arial" pitchFamily="34" charset="0"/>
                <a:ea typeface="標楷體" pitchFamily="65" charset="-120"/>
                <a:cs typeface="+mn-cs"/>
              </a:endParaRPr>
            </a:p>
          </p:txBody>
        </p:sp>
      </p:grpSp>
      <p:grpSp>
        <p:nvGrpSpPr>
          <p:cNvPr id="1038" name="Group 36"/>
          <p:cNvGrpSpPr>
            <a:grpSpLocks/>
          </p:cNvGrpSpPr>
          <p:nvPr/>
        </p:nvGrpSpPr>
        <p:grpSpPr bwMode="auto">
          <a:xfrm>
            <a:off x="582613" y="427038"/>
            <a:ext cx="542925" cy="546100"/>
            <a:chOff x="3047" y="124"/>
            <a:chExt cx="1717" cy="1724"/>
          </a:xfrm>
        </p:grpSpPr>
        <p:sp>
          <p:nvSpPr>
            <p:cNvPr id="1055" name="Freeform 37"/>
            <p:cNvSpPr>
              <a:spLocks/>
            </p:cNvSpPr>
            <p:nvPr/>
          </p:nvSpPr>
          <p:spPr bwMode="gray">
            <a:xfrm>
              <a:off x="3047" y="124"/>
              <a:ext cx="1717" cy="850"/>
            </a:xfrm>
            <a:custGeom>
              <a:avLst/>
              <a:gdLst>
                <a:gd name="T0" fmla="*/ 1581 w 1717"/>
                <a:gd name="T1" fmla="*/ 850 h 850"/>
                <a:gd name="T2" fmla="*/ 1717 w 1717"/>
                <a:gd name="T3" fmla="*/ 850 h 850"/>
                <a:gd name="T4" fmla="*/ 869 w 1717"/>
                <a:gd name="T5" fmla="*/ 0 h 850"/>
                <a:gd name="T6" fmla="*/ 16 w 1717"/>
                <a:gd name="T7" fmla="*/ 850 h 850"/>
                <a:gd name="T8" fmla="*/ 150 w 1717"/>
                <a:gd name="T9" fmla="*/ 848 h 850"/>
                <a:gd name="T10" fmla="*/ 874 w 1717"/>
                <a:gd name="T11" fmla="*/ 137 h 850"/>
                <a:gd name="T12" fmla="*/ 1581 w 1717"/>
                <a:gd name="T13" fmla="*/ 850 h 8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717" h="850">
                  <a:moveTo>
                    <a:pt x="1581" y="850"/>
                  </a:moveTo>
                  <a:lnTo>
                    <a:pt x="1717" y="850"/>
                  </a:lnTo>
                  <a:cubicBezTo>
                    <a:pt x="1717" y="850"/>
                    <a:pt x="1699" y="35"/>
                    <a:pt x="869" y="0"/>
                  </a:cubicBezTo>
                  <a:cubicBezTo>
                    <a:pt x="0" y="52"/>
                    <a:pt x="16" y="850"/>
                    <a:pt x="16" y="850"/>
                  </a:cubicBezTo>
                  <a:lnTo>
                    <a:pt x="150" y="848"/>
                  </a:lnTo>
                  <a:cubicBezTo>
                    <a:pt x="150" y="848"/>
                    <a:pt x="166" y="170"/>
                    <a:pt x="874" y="137"/>
                  </a:cubicBezTo>
                  <a:cubicBezTo>
                    <a:pt x="1578" y="185"/>
                    <a:pt x="1581" y="850"/>
                    <a:pt x="1581" y="850"/>
                  </a:cubicBezTo>
                  <a:close/>
                </a:path>
              </a:pathLst>
            </a:custGeom>
            <a:solidFill>
              <a:srgbClr val="E5E647"/>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TW" altLang="en-US" sz="1800" b="0" i="0" u="none" strike="noStrike" kern="1200" cap="none" spc="0" normalizeH="0" baseline="0" noProof="0">
                <a:ln>
                  <a:noFill/>
                </a:ln>
                <a:solidFill>
                  <a:srgbClr val="003300"/>
                </a:solidFill>
                <a:effectLst/>
                <a:uLnTx/>
                <a:uFillTx/>
                <a:latin typeface="Arial" pitchFamily="34" charset="0"/>
                <a:ea typeface="標楷體" pitchFamily="65" charset="-120"/>
                <a:cs typeface="+mn-cs"/>
              </a:endParaRPr>
            </a:p>
          </p:txBody>
        </p:sp>
        <p:sp>
          <p:nvSpPr>
            <p:cNvPr id="1056" name="Freeform 38"/>
            <p:cNvSpPr>
              <a:spLocks/>
            </p:cNvSpPr>
            <p:nvPr/>
          </p:nvSpPr>
          <p:spPr bwMode="gray">
            <a:xfrm flipV="1">
              <a:off x="3047" y="998"/>
              <a:ext cx="1717" cy="850"/>
            </a:xfrm>
            <a:custGeom>
              <a:avLst/>
              <a:gdLst>
                <a:gd name="T0" fmla="*/ 1581 w 1717"/>
                <a:gd name="T1" fmla="*/ 850 h 850"/>
                <a:gd name="T2" fmla="*/ 1717 w 1717"/>
                <a:gd name="T3" fmla="*/ 850 h 850"/>
                <a:gd name="T4" fmla="*/ 869 w 1717"/>
                <a:gd name="T5" fmla="*/ 0 h 850"/>
                <a:gd name="T6" fmla="*/ 16 w 1717"/>
                <a:gd name="T7" fmla="*/ 850 h 850"/>
                <a:gd name="T8" fmla="*/ 150 w 1717"/>
                <a:gd name="T9" fmla="*/ 848 h 850"/>
                <a:gd name="T10" fmla="*/ 874 w 1717"/>
                <a:gd name="T11" fmla="*/ 137 h 850"/>
                <a:gd name="T12" fmla="*/ 1581 w 1717"/>
                <a:gd name="T13" fmla="*/ 850 h 8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717" h="850">
                  <a:moveTo>
                    <a:pt x="1581" y="850"/>
                  </a:moveTo>
                  <a:lnTo>
                    <a:pt x="1717" y="850"/>
                  </a:lnTo>
                  <a:cubicBezTo>
                    <a:pt x="1717" y="850"/>
                    <a:pt x="1699" y="35"/>
                    <a:pt x="869" y="0"/>
                  </a:cubicBezTo>
                  <a:cubicBezTo>
                    <a:pt x="0" y="52"/>
                    <a:pt x="16" y="850"/>
                    <a:pt x="16" y="850"/>
                  </a:cubicBezTo>
                  <a:lnTo>
                    <a:pt x="150" y="848"/>
                  </a:lnTo>
                  <a:cubicBezTo>
                    <a:pt x="150" y="848"/>
                    <a:pt x="166" y="170"/>
                    <a:pt x="874" y="137"/>
                  </a:cubicBezTo>
                  <a:cubicBezTo>
                    <a:pt x="1578" y="185"/>
                    <a:pt x="1581" y="850"/>
                    <a:pt x="1581" y="850"/>
                  </a:cubicBezTo>
                  <a:close/>
                </a:path>
              </a:pathLst>
            </a:custGeom>
            <a:solidFill>
              <a:schemeClr val="bg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TW" altLang="en-US" sz="1800" b="0" i="0" u="none" strike="noStrike" kern="1200" cap="none" spc="0" normalizeH="0" baseline="0" noProof="0">
                <a:ln>
                  <a:noFill/>
                </a:ln>
                <a:solidFill>
                  <a:srgbClr val="003300"/>
                </a:solidFill>
                <a:effectLst/>
                <a:uLnTx/>
                <a:uFillTx/>
                <a:latin typeface="Arial" pitchFamily="34" charset="0"/>
                <a:ea typeface="標楷體" pitchFamily="65" charset="-120"/>
                <a:cs typeface="+mn-cs"/>
              </a:endParaRPr>
            </a:p>
          </p:txBody>
        </p:sp>
      </p:grpSp>
      <p:grpSp>
        <p:nvGrpSpPr>
          <p:cNvPr id="1039" name="Group 43"/>
          <p:cNvGrpSpPr>
            <a:grpSpLocks/>
          </p:cNvGrpSpPr>
          <p:nvPr/>
        </p:nvGrpSpPr>
        <p:grpSpPr bwMode="auto">
          <a:xfrm>
            <a:off x="76200" y="228600"/>
            <a:ext cx="415925" cy="415925"/>
            <a:chOff x="3047" y="124"/>
            <a:chExt cx="1717" cy="1724"/>
          </a:xfrm>
        </p:grpSpPr>
        <p:sp>
          <p:nvSpPr>
            <p:cNvPr id="1053" name="Freeform 44"/>
            <p:cNvSpPr>
              <a:spLocks/>
            </p:cNvSpPr>
            <p:nvPr/>
          </p:nvSpPr>
          <p:spPr bwMode="gray">
            <a:xfrm>
              <a:off x="3047" y="124"/>
              <a:ext cx="1717" cy="850"/>
            </a:xfrm>
            <a:custGeom>
              <a:avLst/>
              <a:gdLst>
                <a:gd name="T0" fmla="*/ 1581 w 1717"/>
                <a:gd name="T1" fmla="*/ 850 h 850"/>
                <a:gd name="T2" fmla="*/ 1717 w 1717"/>
                <a:gd name="T3" fmla="*/ 850 h 850"/>
                <a:gd name="T4" fmla="*/ 869 w 1717"/>
                <a:gd name="T5" fmla="*/ 0 h 850"/>
                <a:gd name="T6" fmla="*/ 16 w 1717"/>
                <a:gd name="T7" fmla="*/ 850 h 850"/>
                <a:gd name="T8" fmla="*/ 150 w 1717"/>
                <a:gd name="T9" fmla="*/ 848 h 850"/>
                <a:gd name="T10" fmla="*/ 874 w 1717"/>
                <a:gd name="T11" fmla="*/ 137 h 850"/>
                <a:gd name="T12" fmla="*/ 1581 w 1717"/>
                <a:gd name="T13" fmla="*/ 850 h 8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717" h="850">
                  <a:moveTo>
                    <a:pt x="1581" y="850"/>
                  </a:moveTo>
                  <a:lnTo>
                    <a:pt x="1717" y="850"/>
                  </a:lnTo>
                  <a:cubicBezTo>
                    <a:pt x="1717" y="850"/>
                    <a:pt x="1699" y="35"/>
                    <a:pt x="869" y="0"/>
                  </a:cubicBezTo>
                  <a:cubicBezTo>
                    <a:pt x="0" y="52"/>
                    <a:pt x="16" y="850"/>
                    <a:pt x="16" y="850"/>
                  </a:cubicBezTo>
                  <a:lnTo>
                    <a:pt x="150" y="848"/>
                  </a:lnTo>
                  <a:cubicBezTo>
                    <a:pt x="150" y="848"/>
                    <a:pt x="166" y="170"/>
                    <a:pt x="874" y="137"/>
                  </a:cubicBezTo>
                  <a:cubicBezTo>
                    <a:pt x="1578" y="185"/>
                    <a:pt x="1581" y="850"/>
                    <a:pt x="1581" y="850"/>
                  </a:cubicBezTo>
                  <a:close/>
                </a:path>
              </a:pathLst>
            </a:custGeom>
            <a:solidFill>
              <a:srgbClr val="E5E647"/>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TW" altLang="en-US" sz="1800" b="0" i="0" u="none" strike="noStrike" kern="1200" cap="none" spc="0" normalizeH="0" baseline="0" noProof="0">
                <a:ln>
                  <a:noFill/>
                </a:ln>
                <a:solidFill>
                  <a:srgbClr val="003300"/>
                </a:solidFill>
                <a:effectLst/>
                <a:uLnTx/>
                <a:uFillTx/>
                <a:latin typeface="Arial" pitchFamily="34" charset="0"/>
                <a:ea typeface="標楷體" pitchFamily="65" charset="-120"/>
                <a:cs typeface="+mn-cs"/>
              </a:endParaRPr>
            </a:p>
          </p:txBody>
        </p:sp>
        <p:sp>
          <p:nvSpPr>
            <p:cNvPr id="1054" name="Freeform 45"/>
            <p:cNvSpPr>
              <a:spLocks/>
            </p:cNvSpPr>
            <p:nvPr/>
          </p:nvSpPr>
          <p:spPr bwMode="gray">
            <a:xfrm flipV="1">
              <a:off x="3047" y="998"/>
              <a:ext cx="1717" cy="850"/>
            </a:xfrm>
            <a:custGeom>
              <a:avLst/>
              <a:gdLst>
                <a:gd name="T0" fmla="*/ 1581 w 1717"/>
                <a:gd name="T1" fmla="*/ 850 h 850"/>
                <a:gd name="T2" fmla="*/ 1717 w 1717"/>
                <a:gd name="T3" fmla="*/ 850 h 850"/>
                <a:gd name="T4" fmla="*/ 869 w 1717"/>
                <a:gd name="T5" fmla="*/ 0 h 850"/>
                <a:gd name="T6" fmla="*/ 16 w 1717"/>
                <a:gd name="T7" fmla="*/ 850 h 850"/>
                <a:gd name="T8" fmla="*/ 150 w 1717"/>
                <a:gd name="T9" fmla="*/ 848 h 850"/>
                <a:gd name="T10" fmla="*/ 874 w 1717"/>
                <a:gd name="T11" fmla="*/ 137 h 850"/>
                <a:gd name="T12" fmla="*/ 1581 w 1717"/>
                <a:gd name="T13" fmla="*/ 850 h 8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717" h="850">
                  <a:moveTo>
                    <a:pt x="1581" y="850"/>
                  </a:moveTo>
                  <a:lnTo>
                    <a:pt x="1717" y="850"/>
                  </a:lnTo>
                  <a:cubicBezTo>
                    <a:pt x="1717" y="850"/>
                    <a:pt x="1699" y="35"/>
                    <a:pt x="869" y="0"/>
                  </a:cubicBezTo>
                  <a:cubicBezTo>
                    <a:pt x="0" y="52"/>
                    <a:pt x="16" y="850"/>
                    <a:pt x="16" y="850"/>
                  </a:cubicBezTo>
                  <a:lnTo>
                    <a:pt x="150" y="848"/>
                  </a:lnTo>
                  <a:cubicBezTo>
                    <a:pt x="150" y="848"/>
                    <a:pt x="166" y="170"/>
                    <a:pt x="874" y="137"/>
                  </a:cubicBezTo>
                  <a:cubicBezTo>
                    <a:pt x="1578" y="185"/>
                    <a:pt x="1581" y="850"/>
                    <a:pt x="1581" y="850"/>
                  </a:cubicBezTo>
                  <a:close/>
                </a:path>
              </a:pathLst>
            </a:custGeom>
            <a:solidFill>
              <a:schemeClr val="bg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TW" altLang="en-US" sz="1800" b="0" i="0" u="none" strike="noStrike" kern="1200" cap="none" spc="0" normalizeH="0" baseline="0" noProof="0">
                <a:ln>
                  <a:noFill/>
                </a:ln>
                <a:solidFill>
                  <a:srgbClr val="003300"/>
                </a:solidFill>
                <a:effectLst/>
                <a:uLnTx/>
                <a:uFillTx/>
                <a:latin typeface="Arial" pitchFamily="34" charset="0"/>
                <a:ea typeface="標楷體" pitchFamily="65" charset="-120"/>
                <a:cs typeface="+mn-cs"/>
              </a:endParaRPr>
            </a:p>
          </p:txBody>
        </p:sp>
      </p:grpSp>
      <p:sp>
        <p:nvSpPr>
          <p:cNvPr id="1040" name="Line 47"/>
          <p:cNvSpPr>
            <a:spLocks noChangeShapeType="1"/>
          </p:cNvSpPr>
          <p:nvPr/>
        </p:nvSpPr>
        <p:spPr bwMode="gray">
          <a:xfrm rot="5400000">
            <a:off x="188118" y="115094"/>
            <a:ext cx="234951" cy="1588"/>
          </a:xfrm>
          <a:prstGeom prst="line">
            <a:avLst/>
          </a:prstGeom>
          <a:noFill/>
          <a:ln w="38100">
            <a:solidFill>
              <a:srgbClr val="E5E647"/>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TW" altLang="en-US" sz="1800" b="0" i="0" u="none" strike="noStrike" kern="1200" cap="none" spc="0" normalizeH="0" baseline="0" noProof="0">
              <a:ln>
                <a:noFill/>
              </a:ln>
              <a:solidFill>
                <a:srgbClr val="003300"/>
              </a:solidFill>
              <a:effectLst/>
              <a:uLnTx/>
              <a:uFillTx/>
              <a:latin typeface="Arial" pitchFamily="34" charset="0"/>
              <a:ea typeface="標楷體" pitchFamily="65" charset="-120"/>
              <a:cs typeface="+mn-cs"/>
            </a:endParaRPr>
          </a:p>
        </p:txBody>
      </p:sp>
      <p:sp>
        <p:nvSpPr>
          <p:cNvPr id="1041" name="Line 48"/>
          <p:cNvSpPr>
            <a:spLocks noChangeShapeType="1"/>
          </p:cNvSpPr>
          <p:nvPr/>
        </p:nvSpPr>
        <p:spPr bwMode="gray">
          <a:xfrm rot="16200000" flipH="1">
            <a:off x="160337" y="115888"/>
            <a:ext cx="231775"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TW" altLang="en-US" sz="1800" b="0" i="0" u="none" strike="noStrike" kern="1200" cap="none" spc="0" normalizeH="0" baseline="0" noProof="0">
              <a:ln>
                <a:noFill/>
              </a:ln>
              <a:solidFill>
                <a:srgbClr val="003300"/>
              </a:solidFill>
              <a:effectLst/>
              <a:uLnTx/>
              <a:uFillTx/>
              <a:latin typeface="Arial" pitchFamily="34" charset="0"/>
              <a:ea typeface="標楷體" pitchFamily="65" charset="-120"/>
              <a:cs typeface="+mn-cs"/>
            </a:endParaRPr>
          </a:p>
        </p:txBody>
      </p:sp>
      <p:grpSp>
        <p:nvGrpSpPr>
          <p:cNvPr id="1042" name="Group 80"/>
          <p:cNvGrpSpPr>
            <a:grpSpLocks/>
          </p:cNvGrpSpPr>
          <p:nvPr/>
        </p:nvGrpSpPr>
        <p:grpSpPr bwMode="auto">
          <a:xfrm>
            <a:off x="7162800" y="838200"/>
            <a:ext cx="415925" cy="415925"/>
            <a:chOff x="3821" y="2846"/>
            <a:chExt cx="544" cy="546"/>
          </a:xfrm>
        </p:grpSpPr>
        <p:sp>
          <p:nvSpPr>
            <p:cNvPr id="1049" name="Oval 81"/>
            <p:cNvSpPr>
              <a:spLocks noChangeArrowheads="1"/>
            </p:cNvSpPr>
            <p:nvPr/>
          </p:nvSpPr>
          <p:spPr bwMode="gray">
            <a:xfrm>
              <a:off x="3887" y="2913"/>
              <a:ext cx="417" cy="415"/>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ea typeface="標楷體" pitchFamily="65" charset="-120"/>
                </a:defRPr>
              </a:lvl1pPr>
              <a:lvl2pPr marL="742950" indent="-285750" eaLnBrk="0" hangingPunct="0">
                <a:defRPr>
                  <a:solidFill>
                    <a:schemeClr val="tx1"/>
                  </a:solidFill>
                  <a:latin typeface="Arial" charset="0"/>
                  <a:ea typeface="標楷體" pitchFamily="65" charset="-120"/>
                </a:defRPr>
              </a:lvl2pPr>
              <a:lvl3pPr marL="1143000" indent="-228600" eaLnBrk="0" hangingPunct="0">
                <a:defRPr>
                  <a:solidFill>
                    <a:schemeClr val="tx1"/>
                  </a:solidFill>
                  <a:latin typeface="Arial" charset="0"/>
                  <a:ea typeface="標楷體" pitchFamily="65" charset="-120"/>
                </a:defRPr>
              </a:lvl3pPr>
              <a:lvl4pPr marL="1600200" indent="-228600" eaLnBrk="0" hangingPunct="0">
                <a:defRPr>
                  <a:solidFill>
                    <a:schemeClr val="tx1"/>
                  </a:solidFill>
                  <a:latin typeface="Arial" charset="0"/>
                  <a:ea typeface="標楷體" pitchFamily="65" charset="-120"/>
                </a:defRPr>
              </a:lvl4pPr>
              <a:lvl5pPr marL="2057400" indent="-228600" eaLnBrk="0" hangingPunct="0">
                <a:defRPr>
                  <a:solidFill>
                    <a:schemeClr val="tx1"/>
                  </a:solidFill>
                  <a:latin typeface="Arial" charset="0"/>
                  <a:ea typeface="標楷體" pitchFamily="65" charset="-120"/>
                </a:defRPr>
              </a:lvl5pPr>
              <a:lvl6pPr marL="2514600" indent="-228600" eaLnBrk="0" fontAlgn="base" hangingPunct="0">
                <a:spcBef>
                  <a:spcPct val="0"/>
                </a:spcBef>
                <a:spcAft>
                  <a:spcPct val="0"/>
                </a:spcAft>
                <a:defRPr>
                  <a:solidFill>
                    <a:schemeClr val="tx1"/>
                  </a:solidFill>
                  <a:latin typeface="Arial" charset="0"/>
                  <a:ea typeface="標楷體" pitchFamily="65" charset="-120"/>
                </a:defRPr>
              </a:lvl6pPr>
              <a:lvl7pPr marL="2971800" indent="-228600" eaLnBrk="0" fontAlgn="base" hangingPunct="0">
                <a:spcBef>
                  <a:spcPct val="0"/>
                </a:spcBef>
                <a:spcAft>
                  <a:spcPct val="0"/>
                </a:spcAft>
                <a:defRPr>
                  <a:solidFill>
                    <a:schemeClr val="tx1"/>
                  </a:solidFill>
                  <a:latin typeface="Arial" charset="0"/>
                  <a:ea typeface="標楷體" pitchFamily="65" charset="-120"/>
                </a:defRPr>
              </a:lvl7pPr>
              <a:lvl8pPr marL="3429000" indent="-228600" eaLnBrk="0" fontAlgn="base" hangingPunct="0">
                <a:spcBef>
                  <a:spcPct val="0"/>
                </a:spcBef>
                <a:spcAft>
                  <a:spcPct val="0"/>
                </a:spcAft>
                <a:defRPr>
                  <a:solidFill>
                    <a:schemeClr val="tx1"/>
                  </a:solidFill>
                  <a:latin typeface="Arial" charset="0"/>
                  <a:ea typeface="標楷體" pitchFamily="65" charset="-120"/>
                </a:defRPr>
              </a:lvl8pPr>
              <a:lvl9pPr marL="3886200" indent="-228600" eaLnBrk="0" fontAlgn="base" hangingPunct="0">
                <a:spcBef>
                  <a:spcPct val="0"/>
                </a:spcBef>
                <a:spcAft>
                  <a:spcPct val="0"/>
                </a:spcAft>
                <a:defRPr>
                  <a:solidFill>
                    <a:schemeClr val="tx1"/>
                  </a:solidFill>
                  <a:latin typeface="Arial" charset="0"/>
                  <a:ea typeface="標楷體" pitchFamily="65"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TW" altLang="en-US" sz="1800" b="0" i="0" u="none" strike="noStrike" kern="1200" cap="none" spc="0" normalizeH="0" baseline="0" noProof="0" smtClean="0">
                <a:ln>
                  <a:noFill/>
                </a:ln>
                <a:solidFill>
                  <a:srgbClr val="003300"/>
                </a:solidFill>
                <a:effectLst/>
                <a:uLnTx/>
                <a:uFillTx/>
                <a:latin typeface="Arial" charset="0"/>
                <a:ea typeface="標楷體" pitchFamily="65" charset="-120"/>
                <a:cs typeface="+mn-cs"/>
              </a:endParaRPr>
            </a:p>
          </p:txBody>
        </p:sp>
        <p:grpSp>
          <p:nvGrpSpPr>
            <p:cNvPr id="1050" name="Group 82"/>
            <p:cNvGrpSpPr>
              <a:grpSpLocks/>
            </p:cNvGrpSpPr>
            <p:nvPr/>
          </p:nvGrpSpPr>
          <p:grpSpPr bwMode="auto">
            <a:xfrm>
              <a:off x="3821" y="2846"/>
              <a:ext cx="544" cy="546"/>
              <a:chOff x="3047" y="124"/>
              <a:chExt cx="1717" cy="1724"/>
            </a:xfrm>
          </p:grpSpPr>
          <p:sp>
            <p:nvSpPr>
              <p:cNvPr id="1051" name="Freeform 83"/>
              <p:cNvSpPr>
                <a:spLocks/>
              </p:cNvSpPr>
              <p:nvPr/>
            </p:nvSpPr>
            <p:spPr bwMode="gray">
              <a:xfrm>
                <a:off x="3047" y="124"/>
                <a:ext cx="1717" cy="850"/>
              </a:xfrm>
              <a:custGeom>
                <a:avLst/>
                <a:gdLst>
                  <a:gd name="T0" fmla="*/ 1581 w 1717"/>
                  <a:gd name="T1" fmla="*/ 850 h 850"/>
                  <a:gd name="T2" fmla="*/ 1717 w 1717"/>
                  <a:gd name="T3" fmla="*/ 850 h 850"/>
                  <a:gd name="T4" fmla="*/ 869 w 1717"/>
                  <a:gd name="T5" fmla="*/ 0 h 850"/>
                  <a:gd name="T6" fmla="*/ 16 w 1717"/>
                  <a:gd name="T7" fmla="*/ 850 h 850"/>
                  <a:gd name="T8" fmla="*/ 150 w 1717"/>
                  <a:gd name="T9" fmla="*/ 848 h 850"/>
                  <a:gd name="T10" fmla="*/ 874 w 1717"/>
                  <a:gd name="T11" fmla="*/ 137 h 850"/>
                  <a:gd name="T12" fmla="*/ 1581 w 1717"/>
                  <a:gd name="T13" fmla="*/ 850 h 8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717" h="850">
                    <a:moveTo>
                      <a:pt x="1581" y="850"/>
                    </a:moveTo>
                    <a:lnTo>
                      <a:pt x="1717" y="850"/>
                    </a:lnTo>
                    <a:cubicBezTo>
                      <a:pt x="1717" y="850"/>
                      <a:pt x="1699" y="35"/>
                      <a:pt x="869" y="0"/>
                    </a:cubicBezTo>
                    <a:cubicBezTo>
                      <a:pt x="0" y="52"/>
                      <a:pt x="16" y="850"/>
                      <a:pt x="16" y="850"/>
                    </a:cubicBezTo>
                    <a:lnTo>
                      <a:pt x="150" y="848"/>
                    </a:lnTo>
                    <a:cubicBezTo>
                      <a:pt x="150" y="848"/>
                      <a:pt x="166" y="170"/>
                      <a:pt x="874" y="137"/>
                    </a:cubicBezTo>
                    <a:cubicBezTo>
                      <a:pt x="1578" y="185"/>
                      <a:pt x="1581" y="850"/>
                      <a:pt x="1581" y="850"/>
                    </a:cubicBezTo>
                    <a:close/>
                  </a:path>
                </a:pathLst>
              </a:custGeom>
              <a:solidFill>
                <a:srgbClr val="E5E647"/>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TW" altLang="en-US" sz="1800" b="0" i="0" u="none" strike="noStrike" kern="1200" cap="none" spc="0" normalizeH="0" baseline="0" noProof="0">
                  <a:ln>
                    <a:noFill/>
                  </a:ln>
                  <a:solidFill>
                    <a:srgbClr val="003300"/>
                  </a:solidFill>
                  <a:effectLst/>
                  <a:uLnTx/>
                  <a:uFillTx/>
                  <a:latin typeface="Arial" pitchFamily="34" charset="0"/>
                  <a:ea typeface="標楷體" pitchFamily="65" charset="-120"/>
                  <a:cs typeface="+mn-cs"/>
                </a:endParaRPr>
              </a:p>
            </p:txBody>
          </p:sp>
          <p:sp>
            <p:nvSpPr>
              <p:cNvPr id="1052" name="Freeform 84"/>
              <p:cNvSpPr>
                <a:spLocks/>
              </p:cNvSpPr>
              <p:nvPr/>
            </p:nvSpPr>
            <p:spPr bwMode="gray">
              <a:xfrm flipV="1">
                <a:off x="3047" y="998"/>
                <a:ext cx="1717" cy="850"/>
              </a:xfrm>
              <a:custGeom>
                <a:avLst/>
                <a:gdLst>
                  <a:gd name="T0" fmla="*/ 1581 w 1717"/>
                  <a:gd name="T1" fmla="*/ 850 h 850"/>
                  <a:gd name="T2" fmla="*/ 1717 w 1717"/>
                  <a:gd name="T3" fmla="*/ 850 h 850"/>
                  <a:gd name="T4" fmla="*/ 869 w 1717"/>
                  <a:gd name="T5" fmla="*/ 0 h 850"/>
                  <a:gd name="T6" fmla="*/ 16 w 1717"/>
                  <a:gd name="T7" fmla="*/ 850 h 850"/>
                  <a:gd name="T8" fmla="*/ 150 w 1717"/>
                  <a:gd name="T9" fmla="*/ 848 h 850"/>
                  <a:gd name="T10" fmla="*/ 874 w 1717"/>
                  <a:gd name="T11" fmla="*/ 137 h 850"/>
                  <a:gd name="T12" fmla="*/ 1581 w 1717"/>
                  <a:gd name="T13" fmla="*/ 850 h 8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717" h="850">
                    <a:moveTo>
                      <a:pt x="1581" y="850"/>
                    </a:moveTo>
                    <a:lnTo>
                      <a:pt x="1717" y="850"/>
                    </a:lnTo>
                    <a:cubicBezTo>
                      <a:pt x="1717" y="850"/>
                      <a:pt x="1699" y="35"/>
                      <a:pt x="869" y="0"/>
                    </a:cubicBezTo>
                    <a:cubicBezTo>
                      <a:pt x="0" y="52"/>
                      <a:pt x="16" y="850"/>
                      <a:pt x="16" y="850"/>
                    </a:cubicBezTo>
                    <a:lnTo>
                      <a:pt x="150" y="848"/>
                    </a:lnTo>
                    <a:cubicBezTo>
                      <a:pt x="150" y="848"/>
                      <a:pt x="166" y="170"/>
                      <a:pt x="874" y="137"/>
                    </a:cubicBezTo>
                    <a:cubicBezTo>
                      <a:pt x="1578" y="185"/>
                      <a:pt x="1581" y="850"/>
                      <a:pt x="1581" y="850"/>
                    </a:cubicBezTo>
                    <a:close/>
                  </a:path>
                </a:pathLst>
              </a:custGeom>
              <a:solidFill>
                <a:schemeClr val="bg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TW" altLang="en-US" sz="1800" b="0" i="0" u="none" strike="noStrike" kern="1200" cap="none" spc="0" normalizeH="0" baseline="0" noProof="0">
                  <a:ln>
                    <a:noFill/>
                  </a:ln>
                  <a:solidFill>
                    <a:srgbClr val="003300"/>
                  </a:solidFill>
                  <a:effectLst/>
                  <a:uLnTx/>
                  <a:uFillTx/>
                  <a:latin typeface="Arial" pitchFamily="34" charset="0"/>
                  <a:ea typeface="標楷體" pitchFamily="65" charset="-120"/>
                  <a:cs typeface="+mn-cs"/>
                </a:endParaRPr>
              </a:p>
            </p:txBody>
          </p:sp>
        </p:grpSp>
      </p:grpSp>
      <p:sp>
        <p:nvSpPr>
          <p:cNvPr id="1043" name="Line 85"/>
          <p:cNvSpPr>
            <a:spLocks noChangeShapeType="1"/>
          </p:cNvSpPr>
          <p:nvPr/>
        </p:nvSpPr>
        <p:spPr bwMode="gray">
          <a:xfrm rot="16200000" flipH="1">
            <a:off x="6958013" y="409575"/>
            <a:ext cx="839788" cy="26987"/>
          </a:xfrm>
          <a:prstGeom prst="line">
            <a:avLst/>
          </a:prstGeom>
          <a:noFill/>
          <a:ln w="38100">
            <a:solidFill>
              <a:srgbClr val="E5E647"/>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TW" altLang="en-US" sz="1800" b="0" i="0" u="none" strike="noStrike" kern="1200" cap="none" spc="0" normalizeH="0" baseline="0" noProof="0">
              <a:ln>
                <a:noFill/>
              </a:ln>
              <a:solidFill>
                <a:srgbClr val="003300"/>
              </a:solidFill>
              <a:effectLst/>
              <a:uLnTx/>
              <a:uFillTx/>
              <a:latin typeface="Arial" pitchFamily="34" charset="0"/>
              <a:ea typeface="標楷體" pitchFamily="65" charset="-120"/>
              <a:cs typeface="+mn-cs"/>
            </a:endParaRPr>
          </a:p>
        </p:txBody>
      </p:sp>
      <p:sp>
        <p:nvSpPr>
          <p:cNvPr id="1044" name="Line 86"/>
          <p:cNvSpPr>
            <a:spLocks noChangeShapeType="1"/>
          </p:cNvSpPr>
          <p:nvPr/>
        </p:nvSpPr>
        <p:spPr bwMode="gray">
          <a:xfrm rot="16200000" flipH="1">
            <a:off x="6932612" y="411163"/>
            <a:ext cx="841375" cy="1905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TW" altLang="en-US" sz="1800" b="0" i="0" u="none" strike="noStrike" kern="1200" cap="none" spc="0" normalizeH="0" baseline="0" noProof="0">
              <a:ln>
                <a:noFill/>
              </a:ln>
              <a:solidFill>
                <a:srgbClr val="003300"/>
              </a:solidFill>
              <a:effectLst/>
              <a:uLnTx/>
              <a:uFillTx/>
              <a:latin typeface="Arial" pitchFamily="34" charset="0"/>
              <a:ea typeface="標楷體" pitchFamily="65" charset="-120"/>
              <a:cs typeface="+mn-cs"/>
            </a:endParaRPr>
          </a:p>
        </p:txBody>
      </p:sp>
      <p:sp>
        <p:nvSpPr>
          <p:cNvPr id="1046" name="Oval 28"/>
          <p:cNvSpPr>
            <a:spLocks noChangeArrowheads="1"/>
          </p:cNvSpPr>
          <p:nvPr/>
        </p:nvSpPr>
        <p:spPr bwMode="gray">
          <a:xfrm>
            <a:off x="644525" y="485775"/>
            <a:ext cx="423863" cy="425450"/>
          </a:xfrm>
          <a:prstGeom prst="ellipse">
            <a:avLst/>
          </a:prstGeom>
          <a:blipFill dpi="0" rotWithShape="1">
            <a:blip r:embed="rId10"/>
            <a:srcRect/>
            <a:stretch>
              <a:fillRect/>
            </a:stretch>
          </a:bli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ea typeface="標楷體" pitchFamily="65" charset="-120"/>
              </a:defRPr>
            </a:lvl1pPr>
            <a:lvl2pPr marL="742950" indent="-285750" eaLnBrk="0" hangingPunct="0">
              <a:defRPr>
                <a:solidFill>
                  <a:schemeClr val="tx1"/>
                </a:solidFill>
                <a:latin typeface="Arial" charset="0"/>
                <a:ea typeface="標楷體" pitchFamily="65" charset="-120"/>
              </a:defRPr>
            </a:lvl2pPr>
            <a:lvl3pPr marL="1143000" indent="-228600" eaLnBrk="0" hangingPunct="0">
              <a:defRPr>
                <a:solidFill>
                  <a:schemeClr val="tx1"/>
                </a:solidFill>
                <a:latin typeface="Arial" charset="0"/>
                <a:ea typeface="標楷體" pitchFamily="65" charset="-120"/>
              </a:defRPr>
            </a:lvl3pPr>
            <a:lvl4pPr marL="1600200" indent="-228600" eaLnBrk="0" hangingPunct="0">
              <a:defRPr>
                <a:solidFill>
                  <a:schemeClr val="tx1"/>
                </a:solidFill>
                <a:latin typeface="Arial" charset="0"/>
                <a:ea typeface="標楷體" pitchFamily="65" charset="-120"/>
              </a:defRPr>
            </a:lvl4pPr>
            <a:lvl5pPr marL="2057400" indent="-228600" eaLnBrk="0" hangingPunct="0">
              <a:defRPr>
                <a:solidFill>
                  <a:schemeClr val="tx1"/>
                </a:solidFill>
                <a:latin typeface="Arial" charset="0"/>
                <a:ea typeface="標楷體" pitchFamily="65" charset="-120"/>
              </a:defRPr>
            </a:lvl5pPr>
            <a:lvl6pPr marL="2514600" indent="-228600" eaLnBrk="0" fontAlgn="base" hangingPunct="0">
              <a:spcBef>
                <a:spcPct val="0"/>
              </a:spcBef>
              <a:spcAft>
                <a:spcPct val="0"/>
              </a:spcAft>
              <a:defRPr>
                <a:solidFill>
                  <a:schemeClr val="tx1"/>
                </a:solidFill>
                <a:latin typeface="Arial" charset="0"/>
                <a:ea typeface="標楷體" pitchFamily="65" charset="-120"/>
              </a:defRPr>
            </a:lvl6pPr>
            <a:lvl7pPr marL="2971800" indent="-228600" eaLnBrk="0" fontAlgn="base" hangingPunct="0">
              <a:spcBef>
                <a:spcPct val="0"/>
              </a:spcBef>
              <a:spcAft>
                <a:spcPct val="0"/>
              </a:spcAft>
              <a:defRPr>
                <a:solidFill>
                  <a:schemeClr val="tx1"/>
                </a:solidFill>
                <a:latin typeface="Arial" charset="0"/>
                <a:ea typeface="標楷體" pitchFamily="65" charset="-120"/>
              </a:defRPr>
            </a:lvl7pPr>
            <a:lvl8pPr marL="3429000" indent="-228600" eaLnBrk="0" fontAlgn="base" hangingPunct="0">
              <a:spcBef>
                <a:spcPct val="0"/>
              </a:spcBef>
              <a:spcAft>
                <a:spcPct val="0"/>
              </a:spcAft>
              <a:defRPr>
                <a:solidFill>
                  <a:schemeClr val="tx1"/>
                </a:solidFill>
                <a:latin typeface="Arial" charset="0"/>
                <a:ea typeface="標楷體" pitchFamily="65" charset="-120"/>
              </a:defRPr>
            </a:lvl8pPr>
            <a:lvl9pPr marL="3886200" indent="-228600" eaLnBrk="0" fontAlgn="base" hangingPunct="0">
              <a:spcBef>
                <a:spcPct val="0"/>
              </a:spcBef>
              <a:spcAft>
                <a:spcPct val="0"/>
              </a:spcAft>
              <a:defRPr>
                <a:solidFill>
                  <a:schemeClr val="tx1"/>
                </a:solidFill>
                <a:latin typeface="Arial" charset="0"/>
                <a:ea typeface="標楷體" pitchFamily="65"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TW" altLang="en-US" sz="1800" b="0" i="0" u="none" strike="noStrike" kern="1200" cap="none" spc="0" normalizeH="0" baseline="0" noProof="0" smtClean="0">
              <a:ln>
                <a:noFill/>
              </a:ln>
              <a:solidFill>
                <a:srgbClr val="003300"/>
              </a:solidFill>
              <a:effectLst/>
              <a:uLnTx/>
              <a:uFillTx/>
              <a:latin typeface="Arial" charset="0"/>
              <a:ea typeface="標楷體" pitchFamily="65" charset="-120"/>
              <a:cs typeface="+mn-cs"/>
            </a:endParaRPr>
          </a:p>
        </p:txBody>
      </p:sp>
      <p:sp>
        <p:nvSpPr>
          <p:cNvPr id="1047" name="Oval 25"/>
          <p:cNvSpPr>
            <a:spLocks noChangeArrowheads="1"/>
          </p:cNvSpPr>
          <p:nvPr/>
        </p:nvSpPr>
        <p:spPr bwMode="gray">
          <a:xfrm>
            <a:off x="130175" y="277813"/>
            <a:ext cx="312738" cy="312737"/>
          </a:xfrm>
          <a:prstGeom prst="ellipse">
            <a:avLst/>
          </a:prstGeom>
          <a:blipFill dpi="0" rotWithShape="1">
            <a:blip r:embed="rId11"/>
            <a:srcRect/>
            <a:stretch>
              <a:fillRect/>
            </a:stretch>
          </a:bli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ea typeface="標楷體" pitchFamily="65" charset="-120"/>
              </a:defRPr>
            </a:lvl1pPr>
            <a:lvl2pPr marL="742950" indent="-285750" eaLnBrk="0" hangingPunct="0">
              <a:defRPr>
                <a:solidFill>
                  <a:schemeClr val="tx1"/>
                </a:solidFill>
                <a:latin typeface="Arial" charset="0"/>
                <a:ea typeface="標楷體" pitchFamily="65" charset="-120"/>
              </a:defRPr>
            </a:lvl2pPr>
            <a:lvl3pPr marL="1143000" indent="-228600" eaLnBrk="0" hangingPunct="0">
              <a:defRPr>
                <a:solidFill>
                  <a:schemeClr val="tx1"/>
                </a:solidFill>
                <a:latin typeface="Arial" charset="0"/>
                <a:ea typeface="標楷體" pitchFamily="65" charset="-120"/>
              </a:defRPr>
            </a:lvl3pPr>
            <a:lvl4pPr marL="1600200" indent="-228600" eaLnBrk="0" hangingPunct="0">
              <a:defRPr>
                <a:solidFill>
                  <a:schemeClr val="tx1"/>
                </a:solidFill>
                <a:latin typeface="Arial" charset="0"/>
                <a:ea typeface="標楷體" pitchFamily="65" charset="-120"/>
              </a:defRPr>
            </a:lvl4pPr>
            <a:lvl5pPr marL="2057400" indent="-228600" eaLnBrk="0" hangingPunct="0">
              <a:defRPr>
                <a:solidFill>
                  <a:schemeClr val="tx1"/>
                </a:solidFill>
                <a:latin typeface="Arial" charset="0"/>
                <a:ea typeface="標楷體" pitchFamily="65" charset="-120"/>
              </a:defRPr>
            </a:lvl5pPr>
            <a:lvl6pPr marL="2514600" indent="-228600" eaLnBrk="0" fontAlgn="base" hangingPunct="0">
              <a:spcBef>
                <a:spcPct val="0"/>
              </a:spcBef>
              <a:spcAft>
                <a:spcPct val="0"/>
              </a:spcAft>
              <a:defRPr>
                <a:solidFill>
                  <a:schemeClr val="tx1"/>
                </a:solidFill>
                <a:latin typeface="Arial" charset="0"/>
                <a:ea typeface="標楷體" pitchFamily="65" charset="-120"/>
              </a:defRPr>
            </a:lvl6pPr>
            <a:lvl7pPr marL="2971800" indent="-228600" eaLnBrk="0" fontAlgn="base" hangingPunct="0">
              <a:spcBef>
                <a:spcPct val="0"/>
              </a:spcBef>
              <a:spcAft>
                <a:spcPct val="0"/>
              </a:spcAft>
              <a:defRPr>
                <a:solidFill>
                  <a:schemeClr val="tx1"/>
                </a:solidFill>
                <a:latin typeface="Arial" charset="0"/>
                <a:ea typeface="標楷體" pitchFamily="65" charset="-120"/>
              </a:defRPr>
            </a:lvl7pPr>
            <a:lvl8pPr marL="3429000" indent="-228600" eaLnBrk="0" fontAlgn="base" hangingPunct="0">
              <a:spcBef>
                <a:spcPct val="0"/>
              </a:spcBef>
              <a:spcAft>
                <a:spcPct val="0"/>
              </a:spcAft>
              <a:defRPr>
                <a:solidFill>
                  <a:schemeClr val="tx1"/>
                </a:solidFill>
                <a:latin typeface="Arial" charset="0"/>
                <a:ea typeface="標楷體" pitchFamily="65" charset="-120"/>
              </a:defRPr>
            </a:lvl8pPr>
            <a:lvl9pPr marL="3886200" indent="-228600" eaLnBrk="0" fontAlgn="base" hangingPunct="0">
              <a:spcBef>
                <a:spcPct val="0"/>
              </a:spcBef>
              <a:spcAft>
                <a:spcPct val="0"/>
              </a:spcAft>
              <a:defRPr>
                <a:solidFill>
                  <a:schemeClr val="tx1"/>
                </a:solidFill>
                <a:latin typeface="Arial" charset="0"/>
                <a:ea typeface="標楷體" pitchFamily="65"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TW" altLang="en-US" sz="1800" b="0" i="0" u="none" strike="noStrike" kern="1200" cap="none" spc="0" normalizeH="0" baseline="0" noProof="0" smtClean="0">
              <a:ln>
                <a:noFill/>
              </a:ln>
              <a:solidFill>
                <a:srgbClr val="003300"/>
              </a:solidFill>
              <a:effectLst/>
              <a:uLnTx/>
              <a:uFillTx/>
              <a:latin typeface="Arial" charset="0"/>
              <a:ea typeface="標楷體" pitchFamily="65" charset="-120"/>
              <a:cs typeface="+mn-cs"/>
            </a:endParaRPr>
          </a:p>
        </p:txBody>
      </p:sp>
      <p:pic>
        <p:nvPicPr>
          <p:cNvPr id="4" name="圖片 3"/>
          <p:cNvPicPr>
            <a:picLocks noChangeAspect="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454025" y="6437313"/>
            <a:ext cx="1098550"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48" name="文字方塊 3"/>
          <p:cNvSpPr txBox="1">
            <a:spLocks noChangeArrowheads="1"/>
          </p:cNvSpPr>
          <p:nvPr/>
        </p:nvSpPr>
        <p:spPr bwMode="auto">
          <a:xfrm>
            <a:off x="1552575" y="6418263"/>
            <a:ext cx="6388100"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標楷體" pitchFamily="65" charset="-120"/>
              </a:defRPr>
            </a:lvl1pPr>
            <a:lvl2pPr marL="742950" indent="-285750" eaLnBrk="0" hangingPunct="0">
              <a:defRPr>
                <a:solidFill>
                  <a:schemeClr val="tx1"/>
                </a:solidFill>
                <a:latin typeface="Arial" charset="0"/>
                <a:ea typeface="標楷體" pitchFamily="65" charset="-120"/>
              </a:defRPr>
            </a:lvl2pPr>
            <a:lvl3pPr marL="1143000" indent="-228600" eaLnBrk="0" hangingPunct="0">
              <a:defRPr>
                <a:solidFill>
                  <a:schemeClr val="tx1"/>
                </a:solidFill>
                <a:latin typeface="Arial" charset="0"/>
                <a:ea typeface="標楷體" pitchFamily="65" charset="-120"/>
              </a:defRPr>
            </a:lvl3pPr>
            <a:lvl4pPr marL="1600200" indent="-228600" eaLnBrk="0" hangingPunct="0">
              <a:defRPr>
                <a:solidFill>
                  <a:schemeClr val="tx1"/>
                </a:solidFill>
                <a:latin typeface="Arial" charset="0"/>
                <a:ea typeface="標楷體" pitchFamily="65" charset="-120"/>
              </a:defRPr>
            </a:lvl4pPr>
            <a:lvl5pPr marL="2057400" indent="-228600" eaLnBrk="0" hangingPunct="0">
              <a:defRPr>
                <a:solidFill>
                  <a:schemeClr val="tx1"/>
                </a:solidFill>
                <a:latin typeface="Arial" charset="0"/>
                <a:ea typeface="標楷體" pitchFamily="65" charset="-120"/>
              </a:defRPr>
            </a:lvl5pPr>
            <a:lvl6pPr marL="2514600" indent="-228600" eaLnBrk="0" fontAlgn="base" hangingPunct="0">
              <a:spcBef>
                <a:spcPct val="0"/>
              </a:spcBef>
              <a:spcAft>
                <a:spcPct val="0"/>
              </a:spcAft>
              <a:defRPr>
                <a:solidFill>
                  <a:schemeClr val="tx1"/>
                </a:solidFill>
                <a:latin typeface="Arial" charset="0"/>
                <a:ea typeface="標楷體" pitchFamily="65" charset="-120"/>
              </a:defRPr>
            </a:lvl6pPr>
            <a:lvl7pPr marL="2971800" indent="-228600" eaLnBrk="0" fontAlgn="base" hangingPunct="0">
              <a:spcBef>
                <a:spcPct val="0"/>
              </a:spcBef>
              <a:spcAft>
                <a:spcPct val="0"/>
              </a:spcAft>
              <a:defRPr>
                <a:solidFill>
                  <a:schemeClr val="tx1"/>
                </a:solidFill>
                <a:latin typeface="Arial" charset="0"/>
                <a:ea typeface="標楷體" pitchFamily="65" charset="-120"/>
              </a:defRPr>
            </a:lvl7pPr>
            <a:lvl8pPr marL="3429000" indent="-228600" eaLnBrk="0" fontAlgn="base" hangingPunct="0">
              <a:spcBef>
                <a:spcPct val="0"/>
              </a:spcBef>
              <a:spcAft>
                <a:spcPct val="0"/>
              </a:spcAft>
              <a:defRPr>
                <a:solidFill>
                  <a:schemeClr val="tx1"/>
                </a:solidFill>
                <a:latin typeface="Arial" charset="0"/>
                <a:ea typeface="標楷體" pitchFamily="65" charset="-120"/>
              </a:defRPr>
            </a:lvl8pPr>
            <a:lvl9pPr marL="3886200" indent="-228600" eaLnBrk="0" fontAlgn="base" hangingPunct="0">
              <a:spcBef>
                <a:spcPct val="0"/>
              </a:spcBef>
              <a:spcAft>
                <a:spcPct val="0"/>
              </a:spcAft>
              <a:defRPr>
                <a:solidFill>
                  <a:schemeClr val="tx1"/>
                </a:solidFill>
                <a:latin typeface="Arial" charset="0"/>
                <a:ea typeface="標楷體" pitchFamily="65"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TW" altLang="en-US" sz="1200" b="0" i="0" u="none" strike="noStrike" kern="1200" cap="none" spc="0" normalizeH="0" baseline="0" noProof="0" dirty="0" smtClean="0">
                <a:ln>
                  <a:noFill/>
                </a:ln>
                <a:solidFill>
                  <a:srgbClr val="F8F8F8"/>
                </a:solidFill>
                <a:effectLst/>
                <a:uLnTx/>
                <a:uFillTx/>
                <a:latin typeface="Candara" pitchFamily="34" charset="0"/>
                <a:ea typeface="標楷體" pitchFamily="65" charset="-120"/>
                <a:cs typeface="+mn-cs"/>
              </a:rPr>
              <a:t>管理數學導論 </a:t>
            </a:r>
            <a:r>
              <a:rPr kumimoji="0" lang="en-US" altLang="zh-TW" sz="1200" b="0" i="0" u="none" strike="noStrike" kern="1200" cap="none" spc="0" normalizeH="0" baseline="0" noProof="0" dirty="0" smtClean="0">
                <a:ln>
                  <a:noFill/>
                </a:ln>
                <a:solidFill>
                  <a:srgbClr val="F8F8F8"/>
                </a:solidFill>
                <a:effectLst/>
                <a:uLnTx/>
                <a:uFillTx/>
                <a:latin typeface="Candara" pitchFamily="34" charset="0"/>
                <a:ea typeface="標楷體" pitchFamily="65" charset="-120"/>
                <a:cs typeface="+mn-cs"/>
              </a:rPr>
              <a:t>2e</a:t>
            </a:r>
            <a:r>
              <a:rPr kumimoji="0" lang="zh-TW" altLang="en-US" sz="1200" b="0" i="0" u="none" strike="noStrike" kern="1200" cap="none" spc="0" normalizeH="0" baseline="0" noProof="0" dirty="0" smtClean="0">
                <a:ln>
                  <a:noFill/>
                </a:ln>
                <a:solidFill>
                  <a:srgbClr val="F8F8F8"/>
                </a:solidFill>
                <a:effectLst/>
                <a:uLnTx/>
                <a:uFillTx/>
                <a:latin typeface="Candara" pitchFamily="34" charset="0"/>
                <a:ea typeface="標楷體" pitchFamily="65" charset="-120"/>
                <a:cs typeface="+mn-cs"/>
              </a:rPr>
              <a:t>：</a:t>
            </a:r>
            <a:r>
              <a:rPr kumimoji="0" lang="en-US" altLang="zh-TW" sz="1200" b="0" i="0" u="none" strike="noStrike" kern="1200" cap="none" spc="0" normalizeH="0" baseline="0" noProof="0" dirty="0" smtClean="0">
                <a:ln>
                  <a:noFill/>
                </a:ln>
                <a:solidFill>
                  <a:srgbClr val="F8F8F8"/>
                </a:solidFill>
                <a:effectLst/>
                <a:uLnTx/>
                <a:uFillTx/>
                <a:latin typeface="Candara" pitchFamily="34" charset="0"/>
                <a:ea typeface="標楷體" pitchFamily="65" charset="-120"/>
                <a:cs typeface="+mn-cs"/>
              </a:rPr>
              <a:t>CH 03_</a:t>
            </a:r>
            <a:r>
              <a:rPr kumimoji="0" lang="zh-TW" altLang="en-US" sz="1200" b="0" i="0" u="none" strike="noStrike" kern="1200" cap="none" spc="0" normalizeH="0" baseline="0" noProof="0" dirty="0" smtClean="0">
                <a:ln>
                  <a:noFill/>
                </a:ln>
                <a:solidFill>
                  <a:srgbClr val="F8F8F8"/>
                </a:solidFill>
                <a:effectLst/>
                <a:uLnTx/>
                <a:uFillTx/>
                <a:latin typeface="Candara" pitchFamily="34" charset="0"/>
                <a:ea typeface="標楷體" pitchFamily="65" charset="-120"/>
                <a:cs typeface="+mn-cs"/>
              </a:rPr>
              <a:t>機率論</a:t>
            </a:r>
            <a:endParaRPr kumimoji="0" lang="en-US" altLang="zh-TW" sz="1200" b="0" i="0" u="none" strike="noStrike" kern="1200" cap="none" spc="0" normalizeH="0" baseline="0" noProof="0" dirty="0" smtClean="0">
              <a:ln>
                <a:noFill/>
              </a:ln>
              <a:solidFill>
                <a:srgbClr val="F8F8F8"/>
              </a:solidFill>
              <a:effectLst/>
              <a:uLnTx/>
              <a:uFillTx/>
              <a:latin typeface="Candara" pitchFamily="34" charset="0"/>
              <a:ea typeface="標楷體" pitchFamily="65" charset="-120"/>
              <a:cs typeface="+mn-cs"/>
            </a:endParaRPr>
          </a:p>
        </p:txBody>
      </p:sp>
    </p:spTree>
    <p:extLst>
      <p:ext uri="{BB962C8B-B14F-4D97-AF65-F5344CB8AC3E}">
        <p14:creationId xmlns:p14="http://schemas.microsoft.com/office/powerpoint/2010/main" val="198878259"/>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Lst>
  <p:timing>
    <p:tnLst>
      <p:par>
        <p:cTn id="1" dur="indefinite" restart="never" nodeType="tmRoot"/>
      </p:par>
    </p:tnLst>
  </p:timing>
  <p:hf hdr="0" ftr="0" dt="0"/>
  <p:txStyles>
    <p:titleStyle>
      <a:lvl1pPr algn="ctr" rtl="0" eaLnBrk="1" fontAlgn="base" hangingPunct="1">
        <a:spcBef>
          <a:spcPct val="0"/>
        </a:spcBef>
        <a:spcAft>
          <a:spcPct val="0"/>
        </a:spcAft>
        <a:defRPr sz="3800">
          <a:solidFill>
            <a:schemeClr val="tx1"/>
          </a:solidFill>
          <a:latin typeface="+mj-lt"/>
          <a:ea typeface="+mj-ea"/>
          <a:cs typeface="+mj-cs"/>
        </a:defRPr>
      </a:lvl1pPr>
      <a:lvl2pPr algn="ctr" rtl="0" eaLnBrk="1" fontAlgn="base" hangingPunct="1">
        <a:spcBef>
          <a:spcPct val="0"/>
        </a:spcBef>
        <a:spcAft>
          <a:spcPct val="0"/>
        </a:spcAft>
        <a:defRPr sz="3800">
          <a:solidFill>
            <a:schemeClr val="tx1"/>
          </a:solidFill>
          <a:latin typeface="Verdana" pitchFamily="34" charset="0"/>
          <a:ea typeface="標楷體" pitchFamily="65" charset="-120"/>
        </a:defRPr>
      </a:lvl2pPr>
      <a:lvl3pPr algn="ctr" rtl="0" eaLnBrk="1" fontAlgn="base" hangingPunct="1">
        <a:spcBef>
          <a:spcPct val="0"/>
        </a:spcBef>
        <a:spcAft>
          <a:spcPct val="0"/>
        </a:spcAft>
        <a:defRPr sz="3800">
          <a:solidFill>
            <a:schemeClr val="tx1"/>
          </a:solidFill>
          <a:latin typeface="Verdana" pitchFamily="34" charset="0"/>
          <a:ea typeface="標楷體" pitchFamily="65" charset="-120"/>
        </a:defRPr>
      </a:lvl3pPr>
      <a:lvl4pPr algn="ctr" rtl="0" eaLnBrk="1" fontAlgn="base" hangingPunct="1">
        <a:spcBef>
          <a:spcPct val="0"/>
        </a:spcBef>
        <a:spcAft>
          <a:spcPct val="0"/>
        </a:spcAft>
        <a:defRPr sz="3800">
          <a:solidFill>
            <a:schemeClr val="tx1"/>
          </a:solidFill>
          <a:latin typeface="Verdana" pitchFamily="34" charset="0"/>
          <a:ea typeface="標楷體" pitchFamily="65" charset="-120"/>
        </a:defRPr>
      </a:lvl4pPr>
      <a:lvl5pPr algn="ctr" rtl="0" eaLnBrk="1" fontAlgn="base" hangingPunct="1">
        <a:spcBef>
          <a:spcPct val="0"/>
        </a:spcBef>
        <a:spcAft>
          <a:spcPct val="0"/>
        </a:spcAft>
        <a:defRPr sz="3800">
          <a:solidFill>
            <a:schemeClr val="tx1"/>
          </a:solidFill>
          <a:latin typeface="Verdana" pitchFamily="34" charset="0"/>
          <a:ea typeface="標楷體" pitchFamily="65" charset="-120"/>
        </a:defRPr>
      </a:lvl5pPr>
      <a:lvl6pPr marL="457200" algn="ctr" rtl="0" eaLnBrk="1" fontAlgn="base" hangingPunct="1">
        <a:spcBef>
          <a:spcPct val="0"/>
        </a:spcBef>
        <a:spcAft>
          <a:spcPct val="0"/>
        </a:spcAft>
        <a:defRPr sz="3800" b="1">
          <a:solidFill>
            <a:schemeClr val="tx1"/>
          </a:solidFill>
          <a:latin typeface="Arial" charset="0"/>
        </a:defRPr>
      </a:lvl6pPr>
      <a:lvl7pPr marL="914400" algn="ctr" rtl="0" eaLnBrk="1" fontAlgn="base" hangingPunct="1">
        <a:spcBef>
          <a:spcPct val="0"/>
        </a:spcBef>
        <a:spcAft>
          <a:spcPct val="0"/>
        </a:spcAft>
        <a:defRPr sz="3800" b="1">
          <a:solidFill>
            <a:schemeClr val="tx1"/>
          </a:solidFill>
          <a:latin typeface="Arial" charset="0"/>
        </a:defRPr>
      </a:lvl7pPr>
      <a:lvl8pPr marL="1371600" algn="ctr" rtl="0" eaLnBrk="1" fontAlgn="base" hangingPunct="1">
        <a:spcBef>
          <a:spcPct val="0"/>
        </a:spcBef>
        <a:spcAft>
          <a:spcPct val="0"/>
        </a:spcAft>
        <a:defRPr sz="3800" b="1">
          <a:solidFill>
            <a:schemeClr val="tx1"/>
          </a:solidFill>
          <a:latin typeface="Arial" charset="0"/>
        </a:defRPr>
      </a:lvl8pPr>
      <a:lvl9pPr marL="1828800" algn="ctr" rtl="0" eaLnBrk="1" fontAlgn="base" hangingPunct="1">
        <a:spcBef>
          <a:spcPct val="0"/>
        </a:spcBef>
        <a:spcAft>
          <a:spcPct val="0"/>
        </a:spcAft>
        <a:defRPr sz="3800" b="1">
          <a:solidFill>
            <a:schemeClr val="tx1"/>
          </a:solidFill>
          <a:latin typeface="Arial" charset="0"/>
        </a:defRPr>
      </a:lvl9pPr>
    </p:titleStyle>
    <p:bodyStyle>
      <a:lvl1pPr marL="342900" indent="-342900" algn="l" rtl="0" eaLnBrk="1" fontAlgn="base" hangingPunct="1">
        <a:spcBef>
          <a:spcPct val="20000"/>
        </a:spcBef>
        <a:spcAft>
          <a:spcPct val="0"/>
        </a:spcAft>
        <a:buChar char="•"/>
        <a:defRPr sz="2800">
          <a:solidFill>
            <a:schemeClr val="tx2"/>
          </a:solidFill>
          <a:latin typeface="+mn-lt"/>
          <a:ea typeface="+mn-ea"/>
          <a:cs typeface="+mn-cs"/>
        </a:defRPr>
      </a:lvl1pPr>
      <a:lvl2pPr marL="742950" indent="-285750" algn="l" rtl="0" eaLnBrk="1" fontAlgn="base" hangingPunct="1">
        <a:spcBef>
          <a:spcPct val="20000"/>
        </a:spcBef>
        <a:spcAft>
          <a:spcPct val="0"/>
        </a:spcAft>
        <a:buChar char="–"/>
        <a:defRPr sz="2400">
          <a:solidFill>
            <a:schemeClr val="tx2"/>
          </a:solidFill>
          <a:latin typeface="+mn-lt"/>
          <a:ea typeface="標楷體" pitchFamily="65" charset="-120"/>
        </a:defRPr>
      </a:lvl2pPr>
      <a:lvl3pPr marL="1143000" indent="-228600" algn="l" rtl="0" eaLnBrk="1" fontAlgn="base" hangingPunct="1">
        <a:spcBef>
          <a:spcPct val="20000"/>
        </a:spcBef>
        <a:spcAft>
          <a:spcPct val="0"/>
        </a:spcAft>
        <a:buChar char="•"/>
        <a:defRPr sz="2000">
          <a:solidFill>
            <a:schemeClr val="tx2"/>
          </a:solidFill>
          <a:latin typeface="+mn-lt"/>
          <a:ea typeface="標楷體" pitchFamily="65" charset="-120"/>
        </a:defRPr>
      </a:lvl3pPr>
      <a:lvl4pPr marL="1600200" indent="-228600" algn="l" rtl="0" eaLnBrk="1" fontAlgn="base" hangingPunct="1">
        <a:spcBef>
          <a:spcPct val="20000"/>
        </a:spcBef>
        <a:spcAft>
          <a:spcPct val="0"/>
        </a:spcAft>
        <a:buChar char="–"/>
        <a:defRPr>
          <a:solidFill>
            <a:schemeClr val="tx2"/>
          </a:solidFill>
          <a:latin typeface="+mn-lt"/>
          <a:ea typeface="標楷體" pitchFamily="65" charset="-120"/>
        </a:defRPr>
      </a:lvl4pPr>
      <a:lvl5pPr marL="2057400" indent="-228600" algn="l" rtl="0" eaLnBrk="1" fontAlgn="base" hangingPunct="1">
        <a:spcBef>
          <a:spcPct val="20000"/>
        </a:spcBef>
        <a:spcAft>
          <a:spcPct val="0"/>
        </a:spcAft>
        <a:buChar char="»"/>
        <a:defRPr>
          <a:solidFill>
            <a:schemeClr val="tx2"/>
          </a:solidFill>
          <a:latin typeface="+mn-lt"/>
          <a:ea typeface="標楷體" pitchFamily="65" charset="-120"/>
        </a:defRPr>
      </a:lvl5pPr>
      <a:lvl6pPr marL="2514600" indent="-228600" algn="l" rtl="0" eaLnBrk="1" fontAlgn="base" hangingPunct="1">
        <a:spcBef>
          <a:spcPct val="20000"/>
        </a:spcBef>
        <a:spcAft>
          <a:spcPct val="0"/>
        </a:spcAft>
        <a:buChar char="»"/>
        <a:defRPr sz="2000">
          <a:solidFill>
            <a:schemeClr val="tx2"/>
          </a:solidFill>
          <a:latin typeface="+mn-lt"/>
        </a:defRPr>
      </a:lvl6pPr>
      <a:lvl7pPr marL="2971800" indent="-228600" algn="l" rtl="0" eaLnBrk="1" fontAlgn="base" hangingPunct="1">
        <a:spcBef>
          <a:spcPct val="20000"/>
        </a:spcBef>
        <a:spcAft>
          <a:spcPct val="0"/>
        </a:spcAft>
        <a:buChar char="»"/>
        <a:defRPr sz="2000">
          <a:solidFill>
            <a:schemeClr val="tx2"/>
          </a:solidFill>
          <a:latin typeface="+mn-lt"/>
        </a:defRPr>
      </a:lvl7pPr>
      <a:lvl8pPr marL="3429000" indent="-228600" algn="l" rtl="0" eaLnBrk="1" fontAlgn="base" hangingPunct="1">
        <a:spcBef>
          <a:spcPct val="20000"/>
        </a:spcBef>
        <a:spcAft>
          <a:spcPct val="0"/>
        </a:spcAft>
        <a:buChar char="»"/>
        <a:defRPr sz="2000">
          <a:solidFill>
            <a:schemeClr val="tx2"/>
          </a:solidFill>
          <a:latin typeface="+mn-lt"/>
        </a:defRPr>
      </a:lvl8pPr>
      <a:lvl9pPr marL="3886200" indent="-228600" algn="l" rtl="0" eaLnBrk="1" fontAlgn="base" hangingPunct="1">
        <a:spcBef>
          <a:spcPct val="20000"/>
        </a:spcBef>
        <a:spcAft>
          <a:spcPct val="0"/>
        </a:spcAft>
        <a:buChar char="»"/>
        <a:defRPr sz="2000">
          <a:solidFill>
            <a:schemeClr val="tx2"/>
          </a:solidFill>
          <a:latin typeface="+mn-lt"/>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dpi="0" rotWithShape="0">
          <a:blip r:embed="rId12"/>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2000" y="76200"/>
            <a:ext cx="76200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027" name="Rectangle 3"/>
          <p:cNvSpPr>
            <a:spLocks noGrp="1" noChangeArrowheads="1"/>
          </p:cNvSpPr>
          <p:nvPr>
            <p:ph type="body" idx="1"/>
          </p:nvPr>
        </p:nvSpPr>
        <p:spPr bwMode="auto">
          <a:xfrm>
            <a:off x="304800" y="1219200"/>
            <a:ext cx="86106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028" name="Rectangle 4"/>
          <p:cNvSpPr>
            <a:spLocks noGrp="1" noChangeArrowheads="1"/>
          </p:cNvSpPr>
          <p:nvPr>
            <p:ph type="dt" sz="half" idx="2"/>
          </p:nvPr>
        </p:nvSpPr>
        <p:spPr bwMode="auto">
          <a:xfrm>
            <a:off x="304800" y="6356350"/>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latin typeface="Arial" charset="0"/>
                <a:ea typeface="宋体" charset="-122"/>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0000"/>
              </a:solidFill>
              <a:effectLst/>
              <a:uLnTx/>
              <a:uFillTx/>
              <a:latin typeface="Arial" charset="0"/>
              <a:ea typeface="宋体" charset="-122"/>
              <a:cs typeface="+mn-cs"/>
            </a:endParaRPr>
          </a:p>
        </p:txBody>
      </p:sp>
      <p:sp>
        <p:nvSpPr>
          <p:cNvPr id="1029" name="Rectangle 5"/>
          <p:cNvSpPr>
            <a:spLocks noGrp="1" noChangeArrowheads="1"/>
          </p:cNvSpPr>
          <p:nvPr>
            <p:ph type="ftr" sz="quarter" idx="3"/>
          </p:nvPr>
        </p:nvSpPr>
        <p:spPr bwMode="auto">
          <a:xfrm>
            <a:off x="3136900" y="6330950"/>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latin typeface="Arial" charset="0"/>
                <a:ea typeface="宋体" charset="-122"/>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0000"/>
              </a:solidFill>
              <a:effectLst/>
              <a:uLnTx/>
              <a:uFillTx/>
              <a:latin typeface="Arial" charset="0"/>
              <a:ea typeface="宋体" charset="-122"/>
              <a:cs typeface="+mn-cs"/>
            </a:endParaRPr>
          </a:p>
        </p:txBody>
      </p:sp>
      <p:sp>
        <p:nvSpPr>
          <p:cNvPr id="1030" name="Rectangle 6"/>
          <p:cNvSpPr>
            <a:spLocks noGrp="1" noChangeArrowheads="1"/>
          </p:cNvSpPr>
          <p:nvPr>
            <p:ph type="sldNum" sz="quarter" idx="4"/>
          </p:nvPr>
        </p:nvSpPr>
        <p:spPr bwMode="auto">
          <a:xfrm>
            <a:off x="6705600" y="6318250"/>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8BC2AB77-17F3-4E89-A36F-BB1717001387}" type="slidenum">
              <a:rPr kumimoji="0" lang="en-US"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3282169461"/>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Lst>
  <p:txStyles>
    <p:titleStyle>
      <a:lvl1pPr algn="ctr" rtl="0" eaLnBrk="0" fontAlgn="base" hangingPunct="0">
        <a:spcBef>
          <a:spcPct val="0"/>
        </a:spcBef>
        <a:spcAft>
          <a:spcPct val="0"/>
        </a:spcAft>
        <a:defRPr sz="4000" b="1">
          <a:solidFill>
            <a:schemeClr val="tx1"/>
          </a:solidFill>
          <a:latin typeface="+mj-lt"/>
          <a:ea typeface="+mj-ea"/>
          <a:cs typeface="黑体"/>
        </a:defRPr>
      </a:lvl1pPr>
      <a:lvl2pPr algn="ctr" rtl="0" eaLnBrk="0" fontAlgn="base" hangingPunct="0">
        <a:spcBef>
          <a:spcPct val="0"/>
        </a:spcBef>
        <a:spcAft>
          <a:spcPct val="0"/>
        </a:spcAft>
        <a:defRPr sz="4000" b="1">
          <a:solidFill>
            <a:schemeClr val="tx1"/>
          </a:solidFill>
          <a:latin typeface="Arial" charset="0"/>
          <a:ea typeface="黑体" pitchFamily="2" charset="-122"/>
          <a:cs typeface="黑体"/>
        </a:defRPr>
      </a:lvl2pPr>
      <a:lvl3pPr algn="ctr" rtl="0" eaLnBrk="0" fontAlgn="base" hangingPunct="0">
        <a:spcBef>
          <a:spcPct val="0"/>
        </a:spcBef>
        <a:spcAft>
          <a:spcPct val="0"/>
        </a:spcAft>
        <a:defRPr sz="4000" b="1">
          <a:solidFill>
            <a:schemeClr val="tx1"/>
          </a:solidFill>
          <a:latin typeface="Arial" charset="0"/>
          <a:ea typeface="黑体" pitchFamily="2" charset="-122"/>
          <a:cs typeface="黑体"/>
        </a:defRPr>
      </a:lvl3pPr>
      <a:lvl4pPr algn="ctr" rtl="0" eaLnBrk="0" fontAlgn="base" hangingPunct="0">
        <a:spcBef>
          <a:spcPct val="0"/>
        </a:spcBef>
        <a:spcAft>
          <a:spcPct val="0"/>
        </a:spcAft>
        <a:defRPr sz="4000" b="1">
          <a:solidFill>
            <a:schemeClr val="tx1"/>
          </a:solidFill>
          <a:latin typeface="Arial" charset="0"/>
          <a:ea typeface="黑体" pitchFamily="2" charset="-122"/>
          <a:cs typeface="黑体"/>
        </a:defRPr>
      </a:lvl4pPr>
      <a:lvl5pPr algn="ctr" rtl="0" eaLnBrk="0" fontAlgn="base" hangingPunct="0">
        <a:spcBef>
          <a:spcPct val="0"/>
        </a:spcBef>
        <a:spcAft>
          <a:spcPct val="0"/>
        </a:spcAft>
        <a:defRPr sz="4000" b="1">
          <a:solidFill>
            <a:schemeClr val="tx1"/>
          </a:solidFill>
          <a:latin typeface="Arial" charset="0"/>
          <a:ea typeface="黑体" pitchFamily="2" charset="-122"/>
          <a:cs typeface="黑体"/>
        </a:defRPr>
      </a:lvl5pPr>
      <a:lvl6pPr marL="457200" algn="ctr" rtl="0" fontAlgn="base">
        <a:spcBef>
          <a:spcPct val="0"/>
        </a:spcBef>
        <a:spcAft>
          <a:spcPct val="0"/>
        </a:spcAft>
        <a:defRPr sz="4000" b="1">
          <a:solidFill>
            <a:schemeClr val="tx1"/>
          </a:solidFill>
          <a:latin typeface="Arial" charset="0"/>
          <a:ea typeface="黑体" pitchFamily="2" charset="-122"/>
        </a:defRPr>
      </a:lvl6pPr>
      <a:lvl7pPr marL="914400" algn="ctr" rtl="0" fontAlgn="base">
        <a:spcBef>
          <a:spcPct val="0"/>
        </a:spcBef>
        <a:spcAft>
          <a:spcPct val="0"/>
        </a:spcAft>
        <a:defRPr sz="4000" b="1">
          <a:solidFill>
            <a:schemeClr val="tx1"/>
          </a:solidFill>
          <a:latin typeface="Arial" charset="0"/>
          <a:ea typeface="黑体" pitchFamily="2" charset="-122"/>
        </a:defRPr>
      </a:lvl7pPr>
      <a:lvl8pPr marL="1371600" algn="ctr" rtl="0" fontAlgn="base">
        <a:spcBef>
          <a:spcPct val="0"/>
        </a:spcBef>
        <a:spcAft>
          <a:spcPct val="0"/>
        </a:spcAft>
        <a:defRPr sz="4000" b="1">
          <a:solidFill>
            <a:schemeClr val="tx1"/>
          </a:solidFill>
          <a:latin typeface="Arial" charset="0"/>
          <a:ea typeface="黑体" pitchFamily="2" charset="-122"/>
        </a:defRPr>
      </a:lvl8pPr>
      <a:lvl9pPr marL="1828800" algn="ctr" rtl="0" fontAlgn="base">
        <a:spcBef>
          <a:spcPct val="0"/>
        </a:spcBef>
        <a:spcAft>
          <a:spcPct val="0"/>
        </a:spcAft>
        <a:defRPr sz="4000" b="1">
          <a:solidFill>
            <a:schemeClr val="tx1"/>
          </a:solidFill>
          <a:latin typeface="Arial" charset="0"/>
          <a:ea typeface="黑体"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blipFill dpi="0" rotWithShape="0">
          <a:blip r:embed="rId12"/>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2000" y="76200"/>
            <a:ext cx="76200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027" name="Rectangle 3"/>
          <p:cNvSpPr>
            <a:spLocks noGrp="1" noChangeArrowheads="1"/>
          </p:cNvSpPr>
          <p:nvPr>
            <p:ph type="body" idx="1"/>
          </p:nvPr>
        </p:nvSpPr>
        <p:spPr bwMode="auto">
          <a:xfrm>
            <a:off x="304800" y="1219200"/>
            <a:ext cx="86106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028" name="Rectangle 4"/>
          <p:cNvSpPr>
            <a:spLocks noGrp="1" noChangeArrowheads="1"/>
          </p:cNvSpPr>
          <p:nvPr>
            <p:ph type="dt" sz="half" idx="2"/>
          </p:nvPr>
        </p:nvSpPr>
        <p:spPr bwMode="auto">
          <a:xfrm>
            <a:off x="304800" y="6356350"/>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latin typeface="Arial" charset="0"/>
                <a:ea typeface="宋体" charset="-122"/>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0000"/>
              </a:solidFill>
              <a:effectLst/>
              <a:uLnTx/>
              <a:uFillTx/>
              <a:latin typeface="Arial" charset="0"/>
              <a:ea typeface="宋体" charset="-122"/>
              <a:cs typeface="+mn-cs"/>
            </a:endParaRPr>
          </a:p>
        </p:txBody>
      </p:sp>
      <p:sp>
        <p:nvSpPr>
          <p:cNvPr id="1029" name="Rectangle 5"/>
          <p:cNvSpPr>
            <a:spLocks noGrp="1" noChangeArrowheads="1"/>
          </p:cNvSpPr>
          <p:nvPr>
            <p:ph type="ftr" sz="quarter" idx="3"/>
          </p:nvPr>
        </p:nvSpPr>
        <p:spPr bwMode="auto">
          <a:xfrm>
            <a:off x="3136900" y="6330950"/>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latin typeface="Arial" charset="0"/>
                <a:ea typeface="宋体" charset="-122"/>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0000"/>
              </a:solidFill>
              <a:effectLst/>
              <a:uLnTx/>
              <a:uFillTx/>
              <a:latin typeface="Arial" charset="0"/>
              <a:ea typeface="宋体" charset="-122"/>
              <a:cs typeface="+mn-cs"/>
            </a:endParaRPr>
          </a:p>
        </p:txBody>
      </p:sp>
      <p:sp>
        <p:nvSpPr>
          <p:cNvPr id="1030" name="Rectangle 6"/>
          <p:cNvSpPr>
            <a:spLocks noGrp="1" noChangeArrowheads="1"/>
          </p:cNvSpPr>
          <p:nvPr>
            <p:ph type="sldNum" sz="quarter" idx="4"/>
          </p:nvPr>
        </p:nvSpPr>
        <p:spPr bwMode="auto">
          <a:xfrm>
            <a:off x="6705600" y="6318250"/>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8BC2AB77-17F3-4E89-A36F-BB1717001387}" type="slidenum">
              <a:rPr kumimoji="0" lang="en-US"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879126359"/>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Lst>
  <p:txStyles>
    <p:titleStyle>
      <a:lvl1pPr algn="ctr" rtl="0" eaLnBrk="0" fontAlgn="base" hangingPunct="0">
        <a:spcBef>
          <a:spcPct val="0"/>
        </a:spcBef>
        <a:spcAft>
          <a:spcPct val="0"/>
        </a:spcAft>
        <a:defRPr sz="4000" b="1">
          <a:solidFill>
            <a:schemeClr val="tx1"/>
          </a:solidFill>
          <a:latin typeface="+mj-lt"/>
          <a:ea typeface="+mj-ea"/>
          <a:cs typeface="黑体"/>
        </a:defRPr>
      </a:lvl1pPr>
      <a:lvl2pPr algn="ctr" rtl="0" eaLnBrk="0" fontAlgn="base" hangingPunct="0">
        <a:spcBef>
          <a:spcPct val="0"/>
        </a:spcBef>
        <a:spcAft>
          <a:spcPct val="0"/>
        </a:spcAft>
        <a:defRPr sz="4000" b="1">
          <a:solidFill>
            <a:schemeClr val="tx1"/>
          </a:solidFill>
          <a:latin typeface="Arial" charset="0"/>
          <a:ea typeface="黑体" pitchFamily="2" charset="-122"/>
          <a:cs typeface="黑体"/>
        </a:defRPr>
      </a:lvl2pPr>
      <a:lvl3pPr algn="ctr" rtl="0" eaLnBrk="0" fontAlgn="base" hangingPunct="0">
        <a:spcBef>
          <a:spcPct val="0"/>
        </a:spcBef>
        <a:spcAft>
          <a:spcPct val="0"/>
        </a:spcAft>
        <a:defRPr sz="4000" b="1">
          <a:solidFill>
            <a:schemeClr val="tx1"/>
          </a:solidFill>
          <a:latin typeface="Arial" charset="0"/>
          <a:ea typeface="黑体" pitchFamily="2" charset="-122"/>
          <a:cs typeface="黑体"/>
        </a:defRPr>
      </a:lvl3pPr>
      <a:lvl4pPr algn="ctr" rtl="0" eaLnBrk="0" fontAlgn="base" hangingPunct="0">
        <a:spcBef>
          <a:spcPct val="0"/>
        </a:spcBef>
        <a:spcAft>
          <a:spcPct val="0"/>
        </a:spcAft>
        <a:defRPr sz="4000" b="1">
          <a:solidFill>
            <a:schemeClr val="tx1"/>
          </a:solidFill>
          <a:latin typeface="Arial" charset="0"/>
          <a:ea typeface="黑体" pitchFamily="2" charset="-122"/>
          <a:cs typeface="黑体"/>
        </a:defRPr>
      </a:lvl4pPr>
      <a:lvl5pPr algn="ctr" rtl="0" eaLnBrk="0" fontAlgn="base" hangingPunct="0">
        <a:spcBef>
          <a:spcPct val="0"/>
        </a:spcBef>
        <a:spcAft>
          <a:spcPct val="0"/>
        </a:spcAft>
        <a:defRPr sz="4000" b="1">
          <a:solidFill>
            <a:schemeClr val="tx1"/>
          </a:solidFill>
          <a:latin typeface="Arial" charset="0"/>
          <a:ea typeface="黑体" pitchFamily="2" charset="-122"/>
          <a:cs typeface="黑体"/>
        </a:defRPr>
      </a:lvl5pPr>
      <a:lvl6pPr marL="457200" algn="ctr" rtl="0" fontAlgn="base">
        <a:spcBef>
          <a:spcPct val="0"/>
        </a:spcBef>
        <a:spcAft>
          <a:spcPct val="0"/>
        </a:spcAft>
        <a:defRPr sz="4000" b="1">
          <a:solidFill>
            <a:schemeClr val="tx1"/>
          </a:solidFill>
          <a:latin typeface="Arial" charset="0"/>
          <a:ea typeface="黑体" pitchFamily="2" charset="-122"/>
        </a:defRPr>
      </a:lvl6pPr>
      <a:lvl7pPr marL="914400" algn="ctr" rtl="0" fontAlgn="base">
        <a:spcBef>
          <a:spcPct val="0"/>
        </a:spcBef>
        <a:spcAft>
          <a:spcPct val="0"/>
        </a:spcAft>
        <a:defRPr sz="4000" b="1">
          <a:solidFill>
            <a:schemeClr val="tx1"/>
          </a:solidFill>
          <a:latin typeface="Arial" charset="0"/>
          <a:ea typeface="黑体" pitchFamily="2" charset="-122"/>
        </a:defRPr>
      </a:lvl7pPr>
      <a:lvl8pPr marL="1371600" algn="ctr" rtl="0" fontAlgn="base">
        <a:spcBef>
          <a:spcPct val="0"/>
        </a:spcBef>
        <a:spcAft>
          <a:spcPct val="0"/>
        </a:spcAft>
        <a:defRPr sz="4000" b="1">
          <a:solidFill>
            <a:schemeClr val="tx1"/>
          </a:solidFill>
          <a:latin typeface="Arial" charset="0"/>
          <a:ea typeface="黑体" pitchFamily="2" charset="-122"/>
        </a:defRPr>
      </a:lvl8pPr>
      <a:lvl9pPr marL="1828800" algn="ctr" rtl="0" fontAlgn="base">
        <a:spcBef>
          <a:spcPct val="0"/>
        </a:spcBef>
        <a:spcAft>
          <a:spcPct val="0"/>
        </a:spcAft>
        <a:defRPr sz="4000" b="1">
          <a:solidFill>
            <a:schemeClr val="tx1"/>
          </a:solidFill>
          <a:latin typeface="Arial" charset="0"/>
          <a:ea typeface="黑体"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slide" Target="slide3.xml"/><Relationship Id="rId1" Type="http://schemas.openxmlformats.org/officeDocument/2006/relationships/slideLayout" Target="../slideLayouts/slideLayout2.xml"/><Relationship Id="rId6" Type="http://schemas.openxmlformats.org/officeDocument/2006/relationships/slide" Target="slide47.xml"/><Relationship Id="rId5" Type="http://schemas.openxmlformats.org/officeDocument/2006/relationships/slide" Target="slide42.xml"/><Relationship Id="rId4" Type="http://schemas.openxmlformats.org/officeDocument/2006/relationships/slide" Target="slide27.xml"/></Relationships>
</file>

<file path=ppt/slides/_rels/slide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4.xml"/><Relationship Id="rId4" Type="http://schemas.openxmlformats.org/officeDocument/2006/relationships/image" Target="../media/image24.png"/></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4.xml"/><Relationship Id="rId4" Type="http://schemas.openxmlformats.org/officeDocument/2006/relationships/image" Target="../media/image30.png"/></Relationships>
</file>

<file path=ppt/slides/_rels/slide1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4.xml"/><Relationship Id="rId4" Type="http://schemas.openxmlformats.org/officeDocument/2006/relationships/image" Target="../media/image3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xml"/><Relationship Id="rId1" Type="http://schemas.openxmlformats.org/officeDocument/2006/relationships/slideLayout" Target="../slideLayouts/slideLayout17.xml"/><Relationship Id="rId4" Type="http://schemas.openxmlformats.org/officeDocument/2006/relationships/hyperlink" Target="file:///C:\000.&#31185;&#31649;&#31995;&#24037;&#20316;&#20107;&#38917;\32.1101012&#26234;&#24935;&#37291;&#30274;1021&#36039;&#26009;&#25506;&#21208;\CH07%20&#26368;&#36817;&#37168;&#23621;(&#20998;&#39006;)(&#23526;&#20363;1%20&#38525;&#20809;&#26053;&#34892;&#31038;).xls"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3" Type="http://schemas.openxmlformats.org/officeDocument/2006/relationships/slide" Target="slide23.xml"/><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7.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4.xml"/><Relationship Id="rId4" Type="http://schemas.openxmlformats.org/officeDocument/2006/relationships/image" Target="../media/image48.png"/></Relationships>
</file>

<file path=ppt/slides/_rels/slide3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4.xml"/><Relationship Id="rId4" Type="http://schemas.openxmlformats.org/officeDocument/2006/relationships/image" Target="../media/image51.png"/></Relationships>
</file>

<file path=ppt/slides/_rels/slide3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4.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s>
</file>

<file path=ppt/slides/_rels/slide33.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14.xml"/></Relationships>
</file>

<file path=ppt/slides/_rels/slide39.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14.xml"/></Relationships>
</file>

<file path=ppt/slides/_rels/slide40.xml.rels><?xml version="1.0" encoding="UTF-8" standalone="yes"?>
<Relationships xmlns="http://schemas.openxmlformats.org/package/2006/relationships"><Relationship Id="rId3" Type="http://schemas.openxmlformats.org/officeDocument/2006/relationships/image" Target="../media/image66.wmf"/><Relationship Id="rId2" Type="http://schemas.openxmlformats.org/officeDocument/2006/relationships/image" Target="../media/image65.wmf"/><Relationship Id="rId1" Type="http://schemas.openxmlformats.org/officeDocument/2006/relationships/slideLayout" Target="../slideLayouts/slideLayout13.xml"/><Relationship Id="rId6" Type="http://schemas.openxmlformats.org/officeDocument/2006/relationships/image" Target="../media/image69.png"/><Relationship Id="rId5" Type="http://schemas.openxmlformats.org/officeDocument/2006/relationships/image" Target="../media/image68.png"/><Relationship Id="rId4" Type="http://schemas.openxmlformats.org/officeDocument/2006/relationships/image" Target="../media/image67.wmf"/></Relationships>
</file>

<file path=ppt/slides/_rels/slide41.xml.rels><?xml version="1.0" encoding="UTF-8" standalone="yes"?>
<Relationships xmlns="http://schemas.openxmlformats.org/package/2006/relationships"><Relationship Id="rId3" Type="http://schemas.openxmlformats.org/officeDocument/2006/relationships/image" Target="../media/image71.wmf"/><Relationship Id="rId2" Type="http://schemas.openxmlformats.org/officeDocument/2006/relationships/image" Target="../media/image70.png"/><Relationship Id="rId1" Type="http://schemas.openxmlformats.org/officeDocument/2006/relationships/slideLayout" Target="../slideLayouts/slideLayout15.xml"/><Relationship Id="rId4" Type="http://schemas.openxmlformats.org/officeDocument/2006/relationships/image" Target="../media/image72.wmf"/></Relationships>
</file>

<file path=ppt/slides/_rels/slide42.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4.xml"/><Relationship Id="rId4" Type="http://schemas.openxmlformats.org/officeDocument/2006/relationships/image" Target="../media/image76.png"/></Relationships>
</file>

<file path=ppt/slides/_rels/slide45.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4.xml"/><Relationship Id="rId5" Type="http://schemas.openxmlformats.org/officeDocument/2006/relationships/image" Target="../media/image85.png"/><Relationship Id="rId4" Type="http://schemas.openxmlformats.org/officeDocument/2006/relationships/image" Target="../media/image8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版面配置區 1"/>
          <p:cNvSpPr>
            <a:spLocks noGrp="1"/>
          </p:cNvSpPr>
          <p:nvPr>
            <p:ph type="body" sz="quarter" idx="17"/>
          </p:nvPr>
        </p:nvSpPr>
        <p:spPr>
          <a:xfrm>
            <a:off x="1763688" y="3645024"/>
            <a:ext cx="7166030" cy="1800200"/>
          </a:xfrm>
        </p:spPr>
        <p:txBody>
          <a:bodyPr/>
          <a:lstStyle/>
          <a:p>
            <a:r>
              <a:rPr lang="en-US" altLang="zh-TW" dirty="0">
                <a:hlinkClick r:id="rId2" action="ppaction://hlinksldjump"/>
              </a:rPr>
              <a:t>8.1 </a:t>
            </a:r>
            <a:r>
              <a:rPr lang="en-US" altLang="zh-TW" dirty="0" err="1">
                <a:hlinkClick r:id="rId2" action="ppaction://hlinksldjump"/>
              </a:rPr>
              <a:t>Scikit</a:t>
            </a:r>
            <a:r>
              <a:rPr lang="en-US" altLang="zh-TW" dirty="0">
                <a:hlinkClick r:id="rId2" action="ppaction://hlinksldjump"/>
              </a:rPr>
              <a:t>-Learn </a:t>
            </a:r>
            <a:r>
              <a:rPr lang="zh-TW" altLang="en-US" dirty="0">
                <a:hlinkClick r:id="rId2" action="ppaction://hlinksldjump"/>
              </a:rPr>
              <a:t>資料</a:t>
            </a:r>
            <a:r>
              <a:rPr lang="zh-TW" altLang="en-US" dirty="0" smtClean="0">
                <a:hlinkClick r:id="rId2" action="ppaction://hlinksldjump"/>
              </a:rPr>
              <a:t>集</a:t>
            </a:r>
            <a:endParaRPr lang="en-US" altLang="zh-TW" dirty="0" smtClean="0"/>
          </a:p>
          <a:p>
            <a:r>
              <a:rPr lang="en-US" altLang="zh-TW" dirty="0">
                <a:hlinkClick r:id="rId3" action="ppaction://hlinksldjump"/>
              </a:rPr>
              <a:t>8.2 K </a:t>
            </a:r>
            <a:r>
              <a:rPr lang="zh-TW" altLang="en-US" dirty="0">
                <a:hlinkClick r:id="rId3" action="ppaction://hlinksldjump"/>
              </a:rPr>
              <a:t>近鄰演算法</a:t>
            </a:r>
            <a:endParaRPr lang="zh-TW" altLang="en-US" dirty="0"/>
          </a:p>
          <a:p>
            <a:r>
              <a:rPr lang="en-US" altLang="zh-TW" dirty="0">
                <a:hlinkClick r:id="rId4" action="ppaction://hlinksldjump"/>
              </a:rPr>
              <a:t>8.3 </a:t>
            </a:r>
            <a:r>
              <a:rPr lang="zh-TW" altLang="en-US" dirty="0">
                <a:hlinkClick r:id="rId4" action="ppaction://hlinksldjump"/>
              </a:rPr>
              <a:t>單純貝氏演算法</a:t>
            </a:r>
            <a:endParaRPr lang="zh-TW" altLang="en-US" dirty="0"/>
          </a:p>
          <a:p>
            <a:r>
              <a:rPr lang="en-US" altLang="zh-TW" dirty="0">
                <a:hlinkClick r:id="rId5" action="ppaction://hlinksldjump"/>
              </a:rPr>
              <a:t>8.4 </a:t>
            </a:r>
            <a:r>
              <a:rPr lang="zh-TW" altLang="en-US" dirty="0">
                <a:hlinkClick r:id="rId5" action="ppaction://hlinksldjump"/>
              </a:rPr>
              <a:t>決策樹演算法</a:t>
            </a:r>
            <a:endParaRPr lang="zh-TW" altLang="en-US" dirty="0"/>
          </a:p>
          <a:p>
            <a:r>
              <a:rPr lang="en-US" altLang="zh-TW" dirty="0">
                <a:hlinkClick r:id="rId6" action="ppaction://hlinksldjump"/>
              </a:rPr>
              <a:t>8.5 </a:t>
            </a:r>
            <a:r>
              <a:rPr lang="zh-TW" altLang="en-US" dirty="0">
                <a:hlinkClick r:id="rId6" action="ppaction://hlinksldjump"/>
              </a:rPr>
              <a:t>隨機森林演算法</a:t>
            </a:r>
            <a:endParaRPr lang="en-US" altLang="zh-TW" dirty="0"/>
          </a:p>
          <a:p>
            <a:endParaRPr lang="en-US" altLang="zh-TW" dirty="0" smtClean="0"/>
          </a:p>
          <a:p>
            <a:endParaRPr lang="en-US" altLang="zh-TW" dirty="0"/>
          </a:p>
          <a:p>
            <a:endParaRPr lang="en-US" altLang="zh-TW" dirty="0" smtClean="0"/>
          </a:p>
          <a:p>
            <a:endParaRPr lang="en-US" altLang="zh-TW" dirty="0"/>
          </a:p>
          <a:p>
            <a:endParaRPr lang="en-US" altLang="zh-TW" dirty="0" smtClean="0"/>
          </a:p>
          <a:p>
            <a:endParaRPr lang="en-US" altLang="zh-TW" dirty="0"/>
          </a:p>
          <a:p>
            <a:endParaRPr lang="zh-TW" altLang="en-US" dirty="0"/>
          </a:p>
        </p:txBody>
      </p:sp>
      <p:sp>
        <p:nvSpPr>
          <p:cNvPr id="4" name="文字版面配置區 3"/>
          <p:cNvSpPr>
            <a:spLocks noGrp="1"/>
          </p:cNvSpPr>
          <p:nvPr>
            <p:ph type="body" sz="quarter" idx="15"/>
          </p:nvPr>
        </p:nvSpPr>
        <p:spPr/>
        <p:txBody>
          <a:bodyPr/>
          <a:lstStyle/>
          <a:p>
            <a:r>
              <a:rPr lang="zh-TW" altLang="en-US" dirty="0"/>
              <a:t>機器學習</a:t>
            </a:r>
            <a:r>
              <a:rPr lang="zh-TW" altLang="en-US" dirty="0" smtClean="0"/>
              <a:t>：</a:t>
            </a:r>
            <a:endParaRPr lang="en-US" altLang="zh-TW" dirty="0" smtClean="0"/>
          </a:p>
          <a:p>
            <a:r>
              <a:rPr lang="zh-TW" altLang="en-US" dirty="0" smtClean="0"/>
              <a:t>監督</a:t>
            </a:r>
            <a:r>
              <a:rPr lang="zh-TW" altLang="en-US" dirty="0"/>
              <a:t>式學習分類演算法</a:t>
            </a:r>
          </a:p>
        </p:txBody>
      </p:sp>
      <p:sp>
        <p:nvSpPr>
          <p:cNvPr id="5" name="文字版面配置區 4"/>
          <p:cNvSpPr>
            <a:spLocks noGrp="1"/>
          </p:cNvSpPr>
          <p:nvPr>
            <p:ph type="body" sz="quarter" idx="14"/>
          </p:nvPr>
        </p:nvSpPr>
        <p:spPr/>
        <p:txBody>
          <a:bodyPr/>
          <a:lstStyle/>
          <a:p>
            <a:r>
              <a:rPr lang="en-US" altLang="zh-TW" dirty="0" smtClean="0"/>
              <a:t>08</a:t>
            </a:r>
            <a:endParaRPr lang="zh-TW" altLang="en-US" dirty="0"/>
          </a:p>
        </p:txBody>
      </p:sp>
    </p:spTree>
    <p:extLst>
      <p:ext uri="{BB962C8B-B14F-4D97-AF65-F5344CB8AC3E}">
        <p14:creationId xmlns:p14="http://schemas.microsoft.com/office/powerpoint/2010/main" val="399030960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內容版面配置區 3"/>
          <p:cNvSpPr>
            <a:spLocks noGrp="1"/>
          </p:cNvSpPr>
          <p:nvPr>
            <p:ph sz="quarter" idx="10"/>
          </p:nvPr>
        </p:nvSpPr>
        <p:spPr/>
        <p:txBody>
          <a:bodyPr/>
          <a:lstStyle/>
          <a:p>
            <a:pPr lvl="1"/>
            <a:r>
              <a:rPr lang="en-US" altLang="zh-TW" dirty="0"/>
              <a:t>8.1.1 </a:t>
            </a:r>
            <a:r>
              <a:rPr lang="zh-TW" altLang="en-US" dirty="0"/>
              <a:t>資料集種類</a:t>
            </a:r>
          </a:p>
          <a:p>
            <a:pPr lvl="3"/>
            <a:r>
              <a:rPr lang="en-US" altLang="zh-TW" dirty="0" err="1"/>
              <a:t>Scikit</a:t>
            </a:r>
            <a:r>
              <a:rPr lang="en-US" altLang="zh-TW" dirty="0"/>
              <a:t>-Learn </a:t>
            </a:r>
            <a:r>
              <a:rPr lang="zh-TW" altLang="en-US" dirty="0"/>
              <a:t>資料集</a:t>
            </a:r>
            <a:r>
              <a:rPr lang="zh-TW" altLang="en-US" dirty="0">
                <a:solidFill>
                  <a:srgbClr val="FF0000"/>
                </a:solidFill>
              </a:rPr>
              <a:t>分為小規模資料集及大規模資料集兩種</a:t>
            </a:r>
            <a:r>
              <a:rPr lang="zh-TW" altLang="en-US" dirty="0"/>
              <a:t>：小規模資料集是在</a:t>
            </a:r>
            <a:r>
              <a:rPr lang="zh-TW" altLang="en-US" dirty="0" smtClean="0"/>
              <a:t>安裝</a:t>
            </a:r>
            <a:r>
              <a:rPr lang="en-US" altLang="zh-TW" dirty="0" err="1" smtClean="0"/>
              <a:t>Scikit</a:t>
            </a:r>
            <a:r>
              <a:rPr lang="en-US" altLang="zh-TW" dirty="0" smtClean="0"/>
              <a:t>-Learn </a:t>
            </a:r>
            <a:r>
              <a:rPr lang="zh-TW" altLang="en-US" dirty="0"/>
              <a:t>模組時已包含在模組中，其資料數量較少；大規模資料集則是需要由</a:t>
            </a:r>
            <a:r>
              <a:rPr lang="zh-TW" altLang="en-US" dirty="0" smtClean="0"/>
              <a:t>網路</a:t>
            </a:r>
            <a:r>
              <a:rPr lang="zh-TW" altLang="en-US" dirty="0"/>
              <a:t>上下載，其資料數量較多。</a:t>
            </a:r>
          </a:p>
          <a:p>
            <a:pPr lvl="2"/>
            <a:r>
              <a:rPr lang="zh-TW" altLang="en-US" dirty="0"/>
              <a:t>小規模資料集</a:t>
            </a:r>
          </a:p>
          <a:p>
            <a:pPr lvl="3"/>
            <a:r>
              <a:rPr lang="zh-TW" altLang="en-US" dirty="0"/>
              <a:t>小規模資料集的模組為「</a:t>
            </a:r>
            <a:r>
              <a:rPr lang="en-US" altLang="zh-TW" dirty="0"/>
              <a:t>load_ </a:t>
            </a:r>
            <a:r>
              <a:rPr lang="zh-TW" altLang="en-US" dirty="0"/>
              <a:t>名稱」，例如鳶尾花資料集為「</a:t>
            </a:r>
            <a:r>
              <a:rPr lang="en-US" altLang="zh-TW" dirty="0" err="1"/>
              <a:t>load_iris</a:t>
            </a:r>
            <a:r>
              <a:rPr lang="zh-TW" altLang="en-US" dirty="0"/>
              <a:t>」、</a:t>
            </a:r>
            <a:r>
              <a:rPr lang="zh-TW" altLang="en-US" dirty="0" smtClean="0"/>
              <a:t>波士頓房價</a:t>
            </a:r>
            <a:r>
              <a:rPr lang="zh-TW" altLang="en-US" dirty="0"/>
              <a:t>資料集為「</a:t>
            </a:r>
            <a:r>
              <a:rPr lang="en-US" altLang="zh-TW" dirty="0" err="1"/>
              <a:t>load_boston</a:t>
            </a:r>
            <a:r>
              <a:rPr lang="zh-TW" altLang="en-US" dirty="0"/>
              <a:t>」。</a:t>
            </a:r>
          </a:p>
          <a:p>
            <a:pPr marL="342900" lvl="3" indent="-342900">
              <a:buFont typeface="+mj-lt"/>
              <a:buAutoNum type="arabicPeriod"/>
            </a:pPr>
            <a:r>
              <a:rPr lang="zh-TW" altLang="en-US" dirty="0" smtClean="0"/>
              <a:t>首先</a:t>
            </a:r>
            <a:r>
              <a:rPr lang="zh-TW" altLang="en-US" dirty="0"/>
              <a:t>載入資料集模組，語法為</a:t>
            </a:r>
            <a:r>
              <a:rPr lang="zh-TW" altLang="en-US" dirty="0" smtClean="0"/>
              <a:t>：</a:t>
            </a:r>
            <a:endParaRPr lang="en-US" altLang="zh-TW" dirty="0" smtClean="0"/>
          </a:p>
          <a:p>
            <a:pPr marL="342900" lvl="3" indent="-342900">
              <a:buFont typeface="+mj-lt"/>
              <a:buAutoNum type="arabicPeriod"/>
            </a:pPr>
            <a:endParaRPr lang="en-US" altLang="zh-TW" dirty="0"/>
          </a:p>
          <a:p>
            <a:pPr marL="342900" lvl="3" indent="-342900">
              <a:buFont typeface="+mj-lt"/>
              <a:buAutoNum type="arabicPeriod"/>
            </a:pPr>
            <a:r>
              <a:rPr lang="zh-TW" altLang="en-US" dirty="0"/>
              <a:t>然後取得資料集，語法為：</a:t>
            </a:r>
          </a:p>
        </p:txBody>
      </p:sp>
      <p:sp>
        <p:nvSpPr>
          <p:cNvPr id="2" name="標題 1"/>
          <p:cNvSpPr>
            <a:spLocks noGrp="1"/>
          </p:cNvSpPr>
          <p:nvPr>
            <p:ph type="title"/>
          </p:nvPr>
        </p:nvSpPr>
        <p:spPr/>
        <p:txBody>
          <a:bodyPr/>
          <a:lstStyle/>
          <a:p>
            <a:r>
              <a:rPr lang="en-US" altLang="zh-TW" dirty="0"/>
              <a:t>8.1 </a:t>
            </a:r>
            <a:r>
              <a:rPr lang="en-US" altLang="zh-TW" dirty="0" err="1"/>
              <a:t>Scikit</a:t>
            </a:r>
            <a:r>
              <a:rPr lang="en-US" altLang="zh-TW" dirty="0"/>
              <a:t>-Learn </a:t>
            </a:r>
            <a:r>
              <a:rPr lang="zh-TW" altLang="en-US" dirty="0"/>
              <a:t>資料集</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584" y="4489718"/>
            <a:ext cx="5416649" cy="52345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2447" y="5373216"/>
            <a:ext cx="5469753" cy="52345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4686769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內容版面配置區 3"/>
          <p:cNvSpPr>
            <a:spLocks noGrp="1"/>
          </p:cNvSpPr>
          <p:nvPr>
            <p:ph sz="quarter" idx="10"/>
          </p:nvPr>
        </p:nvSpPr>
        <p:spPr/>
        <p:txBody>
          <a:bodyPr/>
          <a:lstStyle/>
          <a:p>
            <a:pPr marL="342900" lvl="3" indent="-342900">
              <a:buFont typeface="+mj-lt"/>
              <a:buAutoNum type="arabicPeriod" startAt="3"/>
            </a:pPr>
            <a:r>
              <a:rPr lang="zh-TW" altLang="en-US" dirty="0"/>
              <a:t>資料集變數有下列常用的屬性：</a:t>
            </a:r>
          </a:p>
          <a:p>
            <a:pPr marL="645750" lvl="4" indent="-285750">
              <a:spcBef>
                <a:spcPts val="0"/>
              </a:spcBef>
              <a:buFont typeface="Wingdings" panose="05000000000000000000" pitchFamily="2" charset="2"/>
              <a:buChar char="n"/>
            </a:pPr>
            <a:r>
              <a:rPr lang="en-US" altLang="zh-TW" b="1" dirty="0" smtClean="0"/>
              <a:t>data</a:t>
            </a:r>
            <a:r>
              <a:rPr lang="zh-TW" altLang="en-US" dirty="0"/>
              <a:t>：特徵值串列。</a:t>
            </a:r>
          </a:p>
          <a:p>
            <a:pPr marL="645750" lvl="4" indent="-285750">
              <a:spcBef>
                <a:spcPts val="0"/>
              </a:spcBef>
              <a:buFont typeface="Wingdings" panose="05000000000000000000" pitchFamily="2" charset="2"/>
              <a:buChar char="n"/>
            </a:pPr>
            <a:r>
              <a:rPr lang="en-US" altLang="zh-TW" b="1" dirty="0" smtClean="0"/>
              <a:t>target</a:t>
            </a:r>
            <a:r>
              <a:rPr lang="zh-TW" altLang="en-US" dirty="0"/>
              <a:t>：目標值串列。</a:t>
            </a:r>
          </a:p>
          <a:p>
            <a:pPr marL="645750" lvl="4" indent="-285750">
              <a:spcBef>
                <a:spcPts val="0"/>
              </a:spcBef>
              <a:buFont typeface="Wingdings" panose="05000000000000000000" pitchFamily="2" charset="2"/>
              <a:buChar char="n"/>
            </a:pPr>
            <a:r>
              <a:rPr lang="en-US" altLang="zh-TW" b="1" dirty="0" smtClean="0"/>
              <a:t>DESCR</a:t>
            </a:r>
            <a:r>
              <a:rPr lang="zh-TW" altLang="en-US" dirty="0"/>
              <a:t>：資料集描述。說明資料集特徵值及目標值的意義。</a:t>
            </a:r>
          </a:p>
          <a:p>
            <a:pPr marL="645750" lvl="4" indent="-285750">
              <a:spcBef>
                <a:spcPts val="0"/>
              </a:spcBef>
              <a:buFont typeface="Wingdings" panose="05000000000000000000" pitchFamily="2" charset="2"/>
              <a:buChar char="n"/>
            </a:pPr>
            <a:r>
              <a:rPr lang="en-US" altLang="zh-TW" b="1" dirty="0" err="1" smtClean="0"/>
              <a:t>feature_names</a:t>
            </a:r>
            <a:r>
              <a:rPr lang="zh-TW" altLang="en-US" dirty="0"/>
              <a:t>：特徵欄位名稱。</a:t>
            </a:r>
          </a:p>
          <a:p>
            <a:pPr marL="645750" lvl="4" indent="-285750">
              <a:spcBef>
                <a:spcPts val="0"/>
              </a:spcBef>
              <a:buFont typeface="Wingdings" panose="05000000000000000000" pitchFamily="2" charset="2"/>
              <a:buChar char="n"/>
            </a:pPr>
            <a:r>
              <a:rPr lang="en-US" altLang="zh-TW" b="1" dirty="0" err="1" smtClean="0"/>
              <a:t>target_names</a:t>
            </a:r>
            <a:r>
              <a:rPr lang="zh-TW" altLang="en-US" dirty="0"/>
              <a:t>：目標值名稱。</a:t>
            </a:r>
          </a:p>
          <a:p>
            <a:pPr lvl="3"/>
            <a:r>
              <a:rPr lang="en-US" altLang="zh-TW" dirty="0" smtClean="0"/>
              <a:t> </a:t>
            </a:r>
            <a:r>
              <a:rPr lang="zh-TW" altLang="en-US" dirty="0"/>
              <a:t>注意：不是每一個資料集都有上面全部屬性，例如，新聞資料集因為資料是</a:t>
            </a:r>
            <a:r>
              <a:rPr lang="zh-TW" altLang="en-US" dirty="0" smtClean="0"/>
              <a:t>新聞文章</a:t>
            </a:r>
            <a:r>
              <a:rPr lang="zh-TW" altLang="en-US" dirty="0"/>
              <a:t>，沒有</a:t>
            </a:r>
            <a:r>
              <a:rPr lang="en-US" altLang="zh-TW" dirty="0" err="1"/>
              <a:t>feature_names</a:t>
            </a:r>
            <a:r>
              <a:rPr lang="en-US" altLang="zh-TW" dirty="0"/>
              <a:t> </a:t>
            </a:r>
            <a:r>
              <a:rPr lang="zh-TW" altLang="en-US" dirty="0"/>
              <a:t>屬性</a:t>
            </a:r>
            <a:r>
              <a:rPr lang="zh-TW" altLang="en-US" dirty="0" smtClean="0"/>
              <a:t>。</a:t>
            </a:r>
            <a:endParaRPr lang="en-US" altLang="zh-TW" dirty="0" smtClean="0"/>
          </a:p>
          <a:p>
            <a:pPr lvl="2"/>
            <a:r>
              <a:rPr lang="zh-TW" altLang="en-US" dirty="0"/>
              <a:t>大規模資料集</a:t>
            </a:r>
          </a:p>
          <a:p>
            <a:pPr lvl="3"/>
            <a:r>
              <a:rPr lang="zh-TW" altLang="en-US" dirty="0">
                <a:solidFill>
                  <a:srgbClr val="FF0000"/>
                </a:solidFill>
              </a:rPr>
              <a:t>大規模資料集的模組為「</a:t>
            </a:r>
            <a:r>
              <a:rPr lang="en-US" altLang="zh-TW" dirty="0">
                <a:solidFill>
                  <a:srgbClr val="FF0000"/>
                </a:solidFill>
              </a:rPr>
              <a:t>fetch_ </a:t>
            </a:r>
            <a:r>
              <a:rPr lang="zh-TW" altLang="en-US" dirty="0">
                <a:solidFill>
                  <a:srgbClr val="FF0000"/>
                </a:solidFill>
              </a:rPr>
              <a:t>名稱」</a:t>
            </a:r>
            <a:r>
              <a:rPr lang="zh-TW" altLang="en-US" dirty="0"/>
              <a:t>，例如新聞資料集為</a:t>
            </a:r>
            <a:r>
              <a:rPr lang="en-US" altLang="zh-TW" dirty="0"/>
              <a:t>fetch_20newsgroups</a:t>
            </a:r>
            <a:r>
              <a:rPr lang="zh-TW" altLang="en-US" dirty="0"/>
              <a:t>。</a:t>
            </a:r>
          </a:p>
          <a:p>
            <a:pPr lvl="3"/>
            <a:r>
              <a:rPr lang="zh-TW" altLang="en-US" dirty="0"/>
              <a:t>大規模資料集的用法與小規模資料集大致相同，例如，載入新聞資料集模組：</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7664" y="5301208"/>
            <a:ext cx="5488657" cy="5304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4203974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內容版面配置區 3"/>
          <p:cNvSpPr>
            <a:spLocks noGrp="1"/>
          </p:cNvSpPr>
          <p:nvPr>
            <p:ph sz="quarter" idx="10"/>
          </p:nvPr>
        </p:nvSpPr>
        <p:spPr/>
        <p:txBody>
          <a:bodyPr/>
          <a:lstStyle/>
          <a:p>
            <a:pPr lvl="3"/>
            <a:r>
              <a:rPr lang="zh-TW" altLang="en-US" dirty="0"/>
              <a:t>然後取得大規模資料集，此處語法略有不同，語法為</a:t>
            </a:r>
            <a:r>
              <a:rPr lang="zh-TW" altLang="en-US" dirty="0" smtClean="0"/>
              <a:t>：</a:t>
            </a:r>
            <a:endParaRPr lang="en-US" altLang="zh-TW" dirty="0" smtClean="0"/>
          </a:p>
          <a:p>
            <a:pPr lvl="3"/>
            <a:endParaRPr lang="en-US" altLang="zh-TW" dirty="0"/>
          </a:p>
          <a:p>
            <a:pPr marL="285750" lvl="3" indent="-285750">
              <a:buFont typeface="Wingdings" panose="05000000000000000000" pitchFamily="2" charset="2"/>
              <a:buChar char="n"/>
            </a:pPr>
            <a:r>
              <a:rPr lang="en-US" altLang="zh-TW" b="1" dirty="0" err="1"/>
              <a:t>data_home</a:t>
            </a:r>
            <a:r>
              <a:rPr lang="zh-TW" altLang="en-US" dirty="0"/>
              <a:t>：此參數設定下載的資料集檔案儲存路徑，若設為「</a:t>
            </a:r>
            <a:r>
              <a:rPr lang="en-US" altLang="zh-TW" dirty="0"/>
              <a:t>None</a:t>
            </a:r>
            <a:r>
              <a:rPr lang="zh-TW" altLang="en-US" dirty="0"/>
              <a:t>」</a:t>
            </a:r>
            <a:r>
              <a:rPr lang="zh-TW" altLang="en-US" dirty="0" smtClean="0"/>
              <a:t>表示存</a:t>
            </a:r>
            <a:r>
              <a:rPr lang="zh-TW" altLang="en-US" dirty="0"/>
              <a:t>於系統預設路徑。預設值為</a:t>
            </a:r>
            <a:r>
              <a:rPr lang="en-US" altLang="zh-TW" dirty="0"/>
              <a:t>None</a:t>
            </a:r>
            <a:r>
              <a:rPr lang="zh-TW" altLang="en-US" dirty="0" smtClean="0"/>
              <a:t>。</a:t>
            </a:r>
            <a:endParaRPr lang="en-US" altLang="zh-TW" dirty="0" smtClean="0"/>
          </a:p>
          <a:p>
            <a:pPr marL="285750" lvl="3" indent="-285750">
              <a:buFont typeface="Wingdings" panose="05000000000000000000" pitchFamily="2" charset="2"/>
              <a:buChar char="n"/>
            </a:pPr>
            <a:r>
              <a:rPr lang="en-US" altLang="zh-TW" b="1" dirty="0"/>
              <a:t>subset</a:t>
            </a:r>
            <a:r>
              <a:rPr lang="zh-TW" altLang="en-US" dirty="0"/>
              <a:t>：此參數設定下載資料集的種類，設定值有三種：</a:t>
            </a:r>
          </a:p>
          <a:p>
            <a:pPr marL="645750" lvl="4" indent="-285750">
              <a:buFont typeface="Wingdings" panose="05000000000000000000" pitchFamily="2" charset="2"/>
              <a:buChar char="l"/>
            </a:pPr>
            <a:r>
              <a:rPr lang="en-US" altLang="zh-TW" b="1" dirty="0" smtClean="0"/>
              <a:t>train</a:t>
            </a:r>
            <a:r>
              <a:rPr lang="zh-TW" altLang="en-US" dirty="0"/>
              <a:t>：只下載</a:t>
            </a:r>
            <a:r>
              <a:rPr lang="zh-TW" altLang="en-US" dirty="0">
                <a:solidFill>
                  <a:srgbClr val="FF0000"/>
                </a:solidFill>
              </a:rPr>
              <a:t>訓練資料</a:t>
            </a:r>
            <a:r>
              <a:rPr lang="zh-TW" altLang="en-US" dirty="0"/>
              <a:t>。</a:t>
            </a:r>
          </a:p>
          <a:p>
            <a:pPr marL="645750" lvl="4" indent="-285750">
              <a:buFont typeface="Wingdings" panose="05000000000000000000" pitchFamily="2" charset="2"/>
              <a:buChar char="l"/>
            </a:pPr>
            <a:r>
              <a:rPr lang="en-US" altLang="zh-TW" b="1" dirty="0" smtClean="0"/>
              <a:t>test</a:t>
            </a:r>
            <a:r>
              <a:rPr lang="zh-TW" altLang="en-US" dirty="0"/>
              <a:t>：只下載</a:t>
            </a:r>
            <a:r>
              <a:rPr lang="zh-TW" altLang="en-US" dirty="0">
                <a:solidFill>
                  <a:srgbClr val="FF0000"/>
                </a:solidFill>
              </a:rPr>
              <a:t>測試資料</a:t>
            </a:r>
            <a:r>
              <a:rPr lang="zh-TW" altLang="en-US" dirty="0"/>
              <a:t>。</a:t>
            </a:r>
          </a:p>
          <a:p>
            <a:pPr marL="645750" lvl="4" indent="-285750">
              <a:buFont typeface="Wingdings" panose="05000000000000000000" pitchFamily="2" charset="2"/>
              <a:buChar char="l"/>
            </a:pPr>
            <a:r>
              <a:rPr lang="en-US" altLang="zh-TW" b="1" dirty="0" smtClean="0"/>
              <a:t>all</a:t>
            </a:r>
            <a:r>
              <a:rPr lang="zh-TW" altLang="en-US" dirty="0"/>
              <a:t>：下載全部資料</a:t>
            </a:r>
            <a:r>
              <a:rPr lang="en-US" altLang="zh-TW" dirty="0"/>
              <a:t>( </a:t>
            </a:r>
            <a:r>
              <a:rPr lang="zh-TW" altLang="en-US" dirty="0"/>
              <a:t>包含訓練及測試資料</a:t>
            </a:r>
            <a:r>
              <a:rPr lang="en-US" altLang="zh-TW" dirty="0"/>
              <a:t>)</a:t>
            </a:r>
            <a:r>
              <a:rPr lang="zh-TW" altLang="en-US" dirty="0"/>
              <a:t>。此為預設值</a:t>
            </a:r>
            <a:r>
              <a:rPr lang="zh-TW" altLang="en-US" dirty="0" smtClean="0"/>
              <a:t>。</a:t>
            </a:r>
            <a:endParaRPr lang="en-US" altLang="zh-TW" dirty="0" smtClean="0"/>
          </a:p>
          <a:p>
            <a:pPr lvl="3"/>
            <a:r>
              <a:rPr lang="zh-TW" altLang="en-US" dirty="0" smtClean="0"/>
              <a:t>注意</a:t>
            </a:r>
            <a:r>
              <a:rPr lang="zh-TW" altLang="en-US" dirty="0"/>
              <a:t>：執行下載資料集程式時，系統會檢視儲存路徑中是否已有資料集檔案存在</a:t>
            </a:r>
            <a:r>
              <a:rPr lang="zh-TW" altLang="en-US" dirty="0" smtClean="0"/>
              <a:t>，若</a:t>
            </a:r>
            <a:r>
              <a:rPr lang="zh-TW" altLang="en-US" dirty="0"/>
              <a:t>沒有就會由網路下載並存於指定路徑</a:t>
            </a:r>
            <a:r>
              <a:rPr lang="zh-TW" altLang="en-US" dirty="0" smtClean="0"/>
              <a:t>。例如</a:t>
            </a:r>
            <a:r>
              <a:rPr lang="zh-TW" altLang="en-US" dirty="0"/>
              <a:t>，以下程式會下載並載入新聞資料集全部</a:t>
            </a:r>
            <a:endParaRPr lang="en-US" altLang="zh-TW" dirty="0"/>
          </a:p>
          <a:p>
            <a:pPr lvl="3"/>
            <a:endParaRPr lang="en-US" altLang="zh-TW" dirty="0" smtClean="0"/>
          </a:p>
          <a:p>
            <a:pPr lvl="3"/>
            <a:endParaRPr lang="zh-TW" alt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3608" y="1124744"/>
            <a:ext cx="5762402" cy="5511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2693245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sz="quarter" idx="10"/>
          </p:nvPr>
        </p:nvSpPr>
        <p:spPr/>
        <p:txBody>
          <a:bodyPr/>
          <a:lstStyle/>
          <a:p>
            <a:pPr lvl="1"/>
            <a:r>
              <a:rPr lang="en-US" altLang="zh-TW" dirty="0"/>
              <a:t>8.1.2 </a:t>
            </a:r>
            <a:r>
              <a:rPr lang="zh-TW" altLang="en-US" dirty="0"/>
              <a:t>資料集分割</a:t>
            </a:r>
          </a:p>
          <a:p>
            <a:pPr lvl="3"/>
            <a:r>
              <a:rPr lang="zh-TW" altLang="en-US" dirty="0"/>
              <a:t>在機器學習中，要如何知道一個訓練的模型進行其效果好不好呢？最簡單的方式是</a:t>
            </a:r>
            <a:r>
              <a:rPr lang="zh-TW" altLang="en-US" dirty="0" smtClean="0"/>
              <a:t>拿一些</a:t>
            </a:r>
            <a:r>
              <a:rPr lang="zh-TW" altLang="en-US" dirty="0"/>
              <a:t>已知答案的資料對模型進行測試，因此通常會將資料集以隨機方式分為兩部分：</a:t>
            </a:r>
          </a:p>
          <a:p>
            <a:pPr lvl="3"/>
            <a:r>
              <a:rPr lang="zh-TW" altLang="en-US" dirty="0">
                <a:solidFill>
                  <a:srgbClr val="FF0000"/>
                </a:solidFill>
              </a:rPr>
              <a:t>訓練資料及測試資料</a:t>
            </a:r>
            <a:r>
              <a:rPr lang="zh-TW" altLang="en-US" dirty="0" smtClean="0"/>
              <a:t>。</a:t>
            </a:r>
            <a:endParaRPr lang="en-US" altLang="zh-TW" dirty="0" smtClean="0"/>
          </a:p>
          <a:p>
            <a:pPr marL="342900" lvl="3" indent="-342900">
              <a:buFont typeface="+mj-lt"/>
              <a:buAutoNum type="arabicPeriod"/>
            </a:pPr>
            <a:r>
              <a:rPr lang="zh-TW" altLang="en-US" dirty="0"/>
              <a:t>在</a:t>
            </a:r>
            <a:r>
              <a:rPr lang="en-US" altLang="zh-TW" dirty="0" err="1"/>
              <a:t>Scikit</a:t>
            </a:r>
            <a:r>
              <a:rPr lang="en-US" altLang="zh-TW" dirty="0"/>
              <a:t>-Learn </a:t>
            </a:r>
            <a:r>
              <a:rPr lang="zh-TW" altLang="en-US" dirty="0"/>
              <a:t>要使用</a:t>
            </a:r>
            <a:r>
              <a:rPr lang="en-US" altLang="zh-TW" dirty="0" err="1"/>
              <a:t>train_test_split</a:t>
            </a:r>
            <a:r>
              <a:rPr lang="en-US" altLang="zh-TW" dirty="0"/>
              <a:t> </a:t>
            </a:r>
            <a:r>
              <a:rPr lang="zh-TW" altLang="en-US" dirty="0"/>
              <a:t>模組，首先要載入</a:t>
            </a:r>
            <a:r>
              <a:rPr lang="zh-TW" altLang="en-US" dirty="0" smtClean="0"/>
              <a:t>：</a:t>
            </a:r>
            <a:endParaRPr lang="en-US" altLang="zh-TW" dirty="0" smtClean="0"/>
          </a:p>
          <a:p>
            <a:pPr marL="342900" lvl="3" indent="-342900">
              <a:buFont typeface="+mj-lt"/>
              <a:buAutoNum type="arabicPeriod"/>
            </a:pPr>
            <a:endParaRPr lang="en-US" altLang="zh-TW" dirty="0"/>
          </a:p>
          <a:p>
            <a:pPr marL="342900" lvl="3" indent="-342900">
              <a:buFont typeface="+mj-lt"/>
              <a:buAutoNum type="arabicPeriod"/>
            </a:pPr>
            <a:r>
              <a:rPr lang="en-US" altLang="zh-TW" dirty="0" err="1"/>
              <a:t>train_test_split</a:t>
            </a:r>
            <a:r>
              <a:rPr lang="en-US" altLang="zh-TW" dirty="0"/>
              <a:t> </a:t>
            </a:r>
            <a:r>
              <a:rPr lang="zh-TW" altLang="en-US" dirty="0"/>
              <a:t>模組進行資料集分割的語法為</a:t>
            </a:r>
            <a:r>
              <a:rPr lang="zh-TW" altLang="en-US" dirty="0" smtClean="0"/>
              <a:t>：</a:t>
            </a:r>
            <a:endParaRPr lang="en-US" altLang="zh-TW" dirty="0" smtClean="0"/>
          </a:p>
          <a:p>
            <a:pPr marL="342900" lvl="3" indent="-342900">
              <a:buFont typeface="+mj-lt"/>
              <a:buAutoNum type="arabicPeriod"/>
            </a:pPr>
            <a:endParaRPr lang="en-US" altLang="zh-TW" dirty="0"/>
          </a:p>
          <a:p>
            <a:pPr marL="342900" lvl="3" indent="-342900">
              <a:buFont typeface="+mj-lt"/>
              <a:buAutoNum type="arabicPeriod"/>
            </a:pPr>
            <a:endParaRPr lang="en-US" altLang="zh-TW" dirty="0" smtClean="0"/>
          </a:p>
          <a:p>
            <a:pPr marL="702900" lvl="4">
              <a:spcBef>
                <a:spcPts val="0"/>
              </a:spcBef>
              <a:buFont typeface="Wingdings" panose="05000000000000000000" pitchFamily="2" charset="2"/>
              <a:buChar char="n"/>
            </a:pPr>
            <a:r>
              <a:rPr lang="zh-TW" altLang="en-US" b="1" dirty="0"/>
              <a:t>訓練特徵</a:t>
            </a:r>
            <a:r>
              <a:rPr lang="en-US" altLang="zh-TW" b="1" dirty="0"/>
              <a:t>, </a:t>
            </a:r>
            <a:r>
              <a:rPr lang="zh-TW" altLang="en-US" b="1" dirty="0"/>
              <a:t>測試特徵</a:t>
            </a:r>
            <a:r>
              <a:rPr lang="en-US" altLang="zh-TW" b="1" dirty="0"/>
              <a:t>, </a:t>
            </a:r>
            <a:r>
              <a:rPr lang="zh-TW" altLang="en-US" b="1" dirty="0"/>
              <a:t>訓練目標</a:t>
            </a:r>
            <a:r>
              <a:rPr lang="en-US" altLang="zh-TW" b="1" dirty="0"/>
              <a:t>, </a:t>
            </a:r>
            <a:r>
              <a:rPr lang="zh-TW" altLang="en-US" b="1" dirty="0"/>
              <a:t>測試目標</a:t>
            </a:r>
            <a:r>
              <a:rPr lang="zh-TW" altLang="en-US" dirty="0"/>
              <a:t>：分割後傳回的訓練及測試資料。</a:t>
            </a:r>
          </a:p>
          <a:p>
            <a:pPr marL="702900" lvl="4">
              <a:spcBef>
                <a:spcPts val="0"/>
              </a:spcBef>
              <a:buFont typeface="Wingdings" panose="05000000000000000000" pitchFamily="2" charset="2"/>
              <a:buChar char="n"/>
            </a:pPr>
            <a:r>
              <a:rPr lang="zh-TW" altLang="en-US" b="1" dirty="0" smtClean="0"/>
              <a:t>原始</a:t>
            </a:r>
            <a:r>
              <a:rPr lang="zh-TW" altLang="en-US" b="1" dirty="0"/>
              <a:t>特徵</a:t>
            </a:r>
            <a:r>
              <a:rPr lang="en-US" altLang="zh-TW" b="1" dirty="0"/>
              <a:t>, </a:t>
            </a:r>
            <a:r>
              <a:rPr lang="zh-TW" altLang="en-US" b="1" dirty="0"/>
              <a:t>原始目標</a:t>
            </a:r>
            <a:r>
              <a:rPr lang="zh-TW" altLang="en-US" dirty="0"/>
              <a:t>：分割前的原始資料。</a:t>
            </a:r>
          </a:p>
          <a:p>
            <a:pPr marL="702900" lvl="4">
              <a:spcBef>
                <a:spcPts val="0"/>
              </a:spcBef>
              <a:buFont typeface="Wingdings" panose="05000000000000000000" pitchFamily="2" charset="2"/>
              <a:buChar char="n"/>
            </a:pPr>
            <a:r>
              <a:rPr lang="en-US" altLang="zh-TW" b="1" dirty="0" err="1" smtClean="0"/>
              <a:t>test_size</a:t>
            </a:r>
            <a:r>
              <a:rPr lang="zh-TW" altLang="en-US" dirty="0"/>
              <a:t>：</a:t>
            </a:r>
            <a:r>
              <a:rPr lang="zh-TW" altLang="en-US" dirty="0">
                <a:solidFill>
                  <a:srgbClr val="FF0000"/>
                </a:solidFill>
              </a:rPr>
              <a:t>設定測試資料的比例，通常數值在 </a:t>
            </a:r>
            <a:r>
              <a:rPr lang="en-US" altLang="zh-TW" dirty="0">
                <a:solidFill>
                  <a:srgbClr val="FF0000"/>
                </a:solidFill>
              </a:rPr>
              <a:t>0.1 </a:t>
            </a:r>
            <a:r>
              <a:rPr lang="zh-TW" altLang="en-US" dirty="0">
                <a:solidFill>
                  <a:srgbClr val="FF0000"/>
                </a:solidFill>
              </a:rPr>
              <a:t>到</a:t>
            </a:r>
            <a:r>
              <a:rPr lang="en-US" altLang="zh-TW" dirty="0">
                <a:solidFill>
                  <a:srgbClr val="FF0000"/>
                </a:solidFill>
              </a:rPr>
              <a:t>0.3 </a:t>
            </a:r>
            <a:r>
              <a:rPr lang="zh-TW" altLang="en-US" dirty="0">
                <a:solidFill>
                  <a:srgbClr val="FF0000"/>
                </a:solidFill>
              </a:rPr>
              <a:t>之間</a:t>
            </a:r>
            <a:r>
              <a:rPr lang="zh-TW" altLang="en-US" dirty="0" smtClean="0"/>
              <a:t>。</a:t>
            </a:r>
            <a:endParaRPr lang="zh-TW" altLang="en-US"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3608" y="3140968"/>
            <a:ext cx="5453458" cy="52849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2938" y="4012824"/>
            <a:ext cx="5491754" cy="7123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7831797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sz="quarter" idx="10"/>
          </p:nvPr>
        </p:nvSpPr>
        <p:spPr/>
        <p:txBody>
          <a:bodyPr/>
          <a:lstStyle/>
          <a:p>
            <a:pPr lvl="5">
              <a:buClrTx/>
            </a:pPr>
            <a:r>
              <a:rPr lang="en-US" altLang="zh-TW" b="1" dirty="0" err="1"/>
              <a:t>random_state</a:t>
            </a:r>
            <a:r>
              <a:rPr lang="zh-TW" altLang="en-US" dirty="0"/>
              <a:t>：亂數種子。預設每次分割的資料是隨機產生的，故每次都不相同。若設定此參數，則相同的亂數種子值會產生相同的分割資料。此參數的用途是使用者希望以相同資料進行訓練以比較模型準確度時使用，大部分情況會省略此參數設定。</a:t>
            </a:r>
          </a:p>
          <a:p>
            <a:pPr lvl="3"/>
            <a:endParaRPr lang="en-US" altLang="zh-TW" dirty="0" smtClean="0"/>
          </a:p>
          <a:p>
            <a:pPr lvl="3"/>
            <a:endParaRPr lang="en-US" altLang="zh-TW" dirty="0"/>
          </a:p>
          <a:p>
            <a:pPr lvl="3"/>
            <a:endParaRPr lang="zh-TW" altLang="en-US" dirty="0"/>
          </a:p>
        </p:txBody>
      </p:sp>
    </p:spTree>
    <p:extLst>
      <p:ext uri="{BB962C8B-B14F-4D97-AF65-F5344CB8AC3E}">
        <p14:creationId xmlns:p14="http://schemas.microsoft.com/office/powerpoint/2010/main" val="45309421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內容版面配置區 3"/>
          <p:cNvSpPr>
            <a:spLocks noGrp="1"/>
          </p:cNvSpPr>
          <p:nvPr>
            <p:ph sz="quarter" idx="10"/>
          </p:nvPr>
        </p:nvSpPr>
        <p:spPr/>
        <p:txBody>
          <a:bodyPr/>
          <a:lstStyle/>
          <a:p>
            <a:pPr lvl="3"/>
            <a:r>
              <a:rPr lang="zh-TW" altLang="en-US" dirty="0">
                <a:solidFill>
                  <a:srgbClr val="FF0000"/>
                </a:solidFill>
              </a:rPr>
              <a:t>監督式學習的演算法分為 </a:t>
            </a:r>
            <a:r>
              <a:rPr lang="zh-TW" altLang="en-US" b="1" dirty="0">
                <a:solidFill>
                  <a:srgbClr val="FF0000"/>
                </a:solidFill>
              </a:rPr>
              <a:t>分類演算法 </a:t>
            </a:r>
            <a:r>
              <a:rPr lang="zh-TW" altLang="en-US" dirty="0">
                <a:solidFill>
                  <a:srgbClr val="FF0000"/>
                </a:solidFill>
              </a:rPr>
              <a:t>及 </a:t>
            </a:r>
            <a:r>
              <a:rPr lang="zh-TW" altLang="en-US" b="1" dirty="0">
                <a:solidFill>
                  <a:srgbClr val="FF0000"/>
                </a:solidFill>
              </a:rPr>
              <a:t>迴歸演算法</a:t>
            </a:r>
            <a:r>
              <a:rPr lang="zh-TW" altLang="en-US" dirty="0"/>
              <a:t>：分類演算法是目標值為</a:t>
            </a:r>
            <a:r>
              <a:rPr lang="zh-TW" altLang="en-US" dirty="0">
                <a:solidFill>
                  <a:srgbClr val="0000FF"/>
                </a:solidFill>
              </a:rPr>
              <a:t>不</a:t>
            </a:r>
            <a:r>
              <a:rPr lang="zh-TW" altLang="en-US" dirty="0" smtClean="0">
                <a:solidFill>
                  <a:srgbClr val="0000FF"/>
                </a:solidFill>
              </a:rPr>
              <a:t>連續數值</a:t>
            </a:r>
            <a:r>
              <a:rPr lang="zh-TW" altLang="en-US" dirty="0"/>
              <a:t>時使用，例如手寫數字分類、貸款資格判定等；迴歸演算法是目標值為</a:t>
            </a:r>
            <a:r>
              <a:rPr lang="zh-TW" altLang="en-US" dirty="0">
                <a:solidFill>
                  <a:srgbClr val="0000FF"/>
                </a:solidFill>
              </a:rPr>
              <a:t>連續</a:t>
            </a:r>
            <a:r>
              <a:rPr lang="zh-TW" altLang="en-US" dirty="0" smtClean="0">
                <a:solidFill>
                  <a:srgbClr val="0000FF"/>
                </a:solidFill>
              </a:rPr>
              <a:t>數值</a:t>
            </a:r>
            <a:r>
              <a:rPr lang="zh-TW" altLang="en-US" dirty="0"/>
              <a:t>時使用，例如房價預測、股價預測等。</a:t>
            </a:r>
          </a:p>
          <a:p>
            <a:pPr lvl="3"/>
            <a:r>
              <a:rPr lang="en-US" altLang="zh-TW" b="1" dirty="0"/>
              <a:t>K </a:t>
            </a:r>
            <a:r>
              <a:rPr lang="zh-TW" altLang="en-US" b="1" dirty="0"/>
              <a:t>近鄰演算法 </a:t>
            </a:r>
            <a:r>
              <a:rPr lang="en-US" altLang="zh-TW" dirty="0">
                <a:solidFill>
                  <a:srgbClr val="FF0000"/>
                </a:solidFill>
              </a:rPr>
              <a:t>(K-Nearest Neighbor)</a:t>
            </a:r>
            <a:r>
              <a:rPr lang="zh-TW" altLang="en-US" dirty="0">
                <a:solidFill>
                  <a:srgbClr val="FF0000"/>
                </a:solidFill>
              </a:rPr>
              <a:t>，簡稱</a:t>
            </a:r>
            <a:r>
              <a:rPr lang="en-US" altLang="zh-TW" dirty="0">
                <a:solidFill>
                  <a:srgbClr val="FF0000"/>
                </a:solidFill>
              </a:rPr>
              <a:t>KNN</a:t>
            </a:r>
            <a:r>
              <a:rPr lang="zh-TW" altLang="en-US" dirty="0"/>
              <a:t>，是最簡單的分類演算法</a:t>
            </a:r>
            <a:r>
              <a:rPr lang="zh-TW" altLang="en-US" dirty="0" smtClean="0"/>
              <a:t>。</a:t>
            </a:r>
            <a:endParaRPr lang="en-US" altLang="zh-TW" dirty="0" smtClean="0"/>
          </a:p>
          <a:p>
            <a:pPr lvl="3"/>
            <a:endParaRPr lang="zh-TW" altLang="en-US" dirty="0"/>
          </a:p>
          <a:p>
            <a:pPr lvl="1"/>
            <a:r>
              <a:rPr lang="en-US" altLang="zh-TW" dirty="0"/>
              <a:t>8.2.1 K </a:t>
            </a:r>
            <a:r>
              <a:rPr lang="zh-TW" altLang="en-US" dirty="0"/>
              <a:t>近鄰演算法</a:t>
            </a:r>
            <a:r>
              <a:rPr lang="zh-TW" altLang="en-US" dirty="0" smtClean="0"/>
              <a:t>原理</a:t>
            </a:r>
            <a:endParaRPr lang="en-US" altLang="zh-TW" dirty="0" smtClean="0"/>
          </a:p>
          <a:p>
            <a:pPr lvl="2"/>
            <a:r>
              <a:rPr lang="en-US" altLang="zh-TW" dirty="0"/>
              <a:t>K </a:t>
            </a:r>
            <a:r>
              <a:rPr lang="zh-TW" altLang="en-US" dirty="0"/>
              <a:t>近鄰演算法的公式</a:t>
            </a:r>
          </a:p>
          <a:p>
            <a:pPr lvl="3"/>
            <a:r>
              <a:rPr lang="en-US" altLang="zh-TW" dirty="0"/>
              <a:t>K </a:t>
            </a:r>
            <a:r>
              <a:rPr lang="zh-TW" altLang="en-US" dirty="0"/>
              <a:t>近鄰演算法是指若一個資料在特徵空間中的</a:t>
            </a:r>
            <a:r>
              <a:rPr lang="en-US" altLang="zh-TW" dirty="0"/>
              <a:t>k </a:t>
            </a:r>
            <a:r>
              <a:rPr lang="zh-TW" altLang="en-US" dirty="0"/>
              <a:t>個最相似</a:t>
            </a:r>
            <a:r>
              <a:rPr lang="en-US" altLang="zh-TW" dirty="0"/>
              <a:t>( </a:t>
            </a:r>
            <a:r>
              <a:rPr lang="zh-TW" altLang="en-US" dirty="0"/>
              <a:t>即特徵空間中最鄰近</a:t>
            </a:r>
            <a:r>
              <a:rPr lang="en-US" altLang="zh-TW" dirty="0"/>
              <a:t>) </a:t>
            </a:r>
            <a:r>
              <a:rPr lang="zh-TW" altLang="en-US" dirty="0" smtClean="0"/>
              <a:t>的資料</a:t>
            </a:r>
            <a:r>
              <a:rPr lang="zh-TW" altLang="en-US" dirty="0"/>
              <a:t>中的大多數屬於某一個類別，則該資料也屬於這個類別</a:t>
            </a:r>
            <a:r>
              <a:rPr lang="zh-TW" altLang="en-US" dirty="0" smtClean="0"/>
              <a:t>。</a:t>
            </a:r>
            <a:endParaRPr lang="en-US" altLang="zh-TW" dirty="0" smtClean="0"/>
          </a:p>
          <a:p>
            <a:pPr lvl="3"/>
            <a:r>
              <a:rPr lang="en-US" altLang="zh-TW" dirty="0"/>
              <a:t>K </a:t>
            </a:r>
            <a:r>
              <a:rPr lang="zh-TW" altLang="en-US" dirty="0"/>
              <a:t>近鄰演算法最重要的計算是如何算出資料的距離，一般是</a:t>
            </a:r>
            <a:r>
              <a:rPr lang="zh-TW" altLang="en-US" dirty="0">
                <a:solidFill>
                  <a:srgbClr val="FF0000"/>
                </a:solidFill>
              </a:rPr>
              <a:t>採用歐式距離</a:t>
            </a:r>
            <a:r>
              <a:rPr lang="zh-TW" altLang="en-US" dirty="0"/>
              <a:t>。歐式</a:t>
            </a:r>
            <a:r>
              <a:rPr lang="zh-TW" altLang="en-US" dirty="0" smtClean="0"/>
              <a:t>距離的</a:t>
            </a:r>
            <a:r>
              <a:rPr lang="zh-TW" altLang="en-US" dirty="0"/>
              <a:t>計算公式為</a:t>
            </a:r>
            <a:r>
              <a:rPr lang="zh-TW" altLang="en-US" dirty="0" smtClean="0"/>
              <a:t>：</a:t>
            </a:r>
            <a:endParaRPr lang="en-US" altLang="zh-TW" dirty="0" smtClean="0"/>
          </a:p>
          <a:p>
            <a:pPr lvl="3"/>
            <a:r>
              <a:rPr lang="en-US" altLang="zh-TW" dirty="0"/>
              <a:t>Xi </a:t>
            </a:r>
            <a:r>
              <a:rPr lang="zh-TW" altLang="en-US" dirty="0"/>
              <a:t>及</a:t>
            </a:r>
            <a:r>
              <a:rPr lang="en-US" altLang="zh-TW" dirty="0"/>
              <a:t>Yi </a:t>
            </a:r>
            <a:r>
              <a:rPr lang="zh-TW" altLang="en-US" dirty="0"/>
              <a:t>為特徵值</a:t>
            </a:r>
            <a:r>
              <a:rPr lang="zh-TW" altLang="en-US" dirty="0" smtClean="0"/>
              <a:t>。</a:t>
            </a:r>
            <a:endParaRPr lang="en-US" altLang="zh-TW" dirty="0" smtClean="0"/>
          </a:p>
          <a:p>
            <a:pPr lvl="3"/>
            <a:r>
              <a:rPr lang="zh-TW" altLang="en-US" dirty="0"/>
              <a:t>歐式距離越小，表示資料越相似。</a:t>
            </a:r>
          </a:p>
        </p:txBody>
      </p:sp>
      <p:sp>
        <p:nvSpPr>
          <p:cNvPr id="2" name="標題 1"/>
          <p:cNvSpPr>
            <a:spLocks noGrp="1"/>
          </p:cNvSpPr>
          <p:nvPr>
            <p:ph type="title"/>
          </p:nvPr>
        </p:nvSpPr>
        <p:spPr/>
        <p:txBody>
          <a:bodyPr/>
          <a:lstStyle/>
          <a:p>
            <a:r>
              <a:rPr lang="en-US" altLang="zh-TW" dirty="0"/>
              <a:t>8.2 K </a:t>
            </a:r>
            <a:r>
              <a:rPr lang="zh-TW" altLang="en-US" dirty="0"/>
              <a:t>近鄰演算法</a:t>
            </a: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15816" y="5373216"/>
            <a:ext cx="2543175" cy="685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0001623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內容版面配置區 3"/>
          <p:cNvSpPr>
            <a:spLocks noGrp="1"/>
          </p:cNvSpPr>
          <p:nvPr>
            <p:ph sz="quarter" idx="10"/>
          </p:nvPr>
        </p:nvSpPr>
        <p:spPr/>
        <p:txBody>
          <a:bodyPr/>
          <a:lstStyle/>
          <a:p>
            <a:pPr lvl="3"/>
            <a:r>
              <a:rPr lang="zh-TW" altLang="en-US" b="1" dirty="0"/>
              <a:t>注意</a:t>
            </a:r>
            <a:r>
              <a:rPr lang="zh-TW" altLang="en-US" dirty="0"/>
              <a:t>：特徵的數值大小會影響歐式距離，因此如果各特徵值的差異較大時，</a:t>
            </a:r>
            <a:r>
              <a:rPr lang="zh-TW" altLang="en-US" b="1" dirty="0"/>
              <a:t>在 </a:t>
            </a:r>
            <a:r>
              <a:rPr lang="en-US" altLang="zh-TW" b="1" dirty="0" smtClean="0"/>
              <a:t>K</a:t>
            </a:r>
            <a:r>
              <a:rPr lang="zh-TW" altLang="en-US" b="1" dirty="0" smtClean="0"/>
              <a:t>近鄰</a:t>
            </a:r>
            <a:r>
              <a:rPr lang="zh-TW" altLang="en-US" b="1" dirty="0"/>
              <a:t>演算法計算歐式距離前，需將資料進行特徵值標準化</a:t>
            </a:r>
            <a:r>
              <a:rPr lang="zh-TW" altLang="en-US" dirty="0"/>
              <a:t>。</a:t>
            </a:r>
          </a:p>
          <a:p>
            <a:pPr lvl="2"/>
            <a:r>
              <a:rPr lang="zh-TW" altLang="en-US" dirty="0"/>
              <a:t>優點及缺點</a:t>
            </a:r>
          </a:p>
          <a:p>
            <a:pPr lvl="3"/>
            <a:r>
              <a:rPr lang="en-US" altLang="zh-TW" dirty="0"/>
              <a:t>K </a:t>
            </a:r>
            <a:r>
              <a:rPr lang="zh-TW" altLang="en-US" dirty="0"/>
              <a:t>近鄰演算法的優點是</a:t>
            </a:r>
            <a:r>
              <a:rPr lang="zh-TW" altLang="en-US" dirty="0">
                <a:solidFill>
                  <a:srgbClr val="0000FF"/>
                </a:solidFill>
              </a:rPr>
              <a:t>原理簡單，非常容易理解，使用也非常方便</a:t>
            </a:r>
            <a:r>
              <a:rPr lang="zh-TW" altLang="en-US" dirty="0"/>
              <a:t>。</a:t>
            </a:r>
          </a:p>
          <a:p>
            <a:pPr lvl="3"/>
            <a:r>
              <a:rPr lang="en-US" altLang="zh-TW" dirty="0"/>
              <a:t>K </a:t>
            </a:r>
            <a:r>
              <a:rPr lang="zh-TW" altLang="en-US" dirty="0"/>
              <a:t>近鄰演算法的</a:t>
            </a:r>
            <a:r>
              <a:rPr lang="zh-TW" altLang="en-US" dirty="0">
                <a:solidFill>
                  <a:srgbClr val="0000FF"/>
                </a:solidFill>
              </a:rPr>
              <a:t>缺點是計算量非常龐大</a:t>
            </a:r>
            <a:r>
              <a:rPr lang="zh-TW" altLang="en-US" dirty="0"/>
              <a:t>，每一個資料要進行預測都要與全部訓練</a:t>
            </a:r>
            <a:r>
              <a:rPr lang="zh-TW" altLang="en-US" dirty="0" smtClean="0"/>
              <a:t>資料計算</a:t>
            </a:r>
            <a:r>
              <a:rPr lang="zh-TW" altLang="en-US" dirty="0"/>
              <a:t>距離並排序，才能找到距離最短的</a:t>
            </a:r>
            <a:r>
              <a:rPr lang="en-US" altLang="zh-TW" dirty="0"/>
              <a:t>K </a:t>
            </a:r>
            <a:r>
              <a:rPr lang="zh-TW" altLang="en-US" dirty="0"/>
              <a:t>個資料。其次是</a:t>
            </a:r>
            <a:r>
              <a:rPr lang="en-US" altLang="zh-TW" dirty="0">
                <a:solidFill>
                  <a:srgbClr val="0000FF"/>
                </a:solidFill>
              </a:rPr>
              <a:t>K </a:t>
            </a:r>
            <a:r>
              <a:rPr lang="zh-TW" altLang="en-US" dirty="0">
                <a:solidFill>
                  <a:srgbClr val="0000FF"/>
                </a:solidFill>
              </a:rPr>
              <a:t>值大小會影響分類結果</a:t>
            </a:r>
            <a:r>
              <a:rPr lang="zh-TW" altLang="en-US" dirty="0" smtClean="0">
                <a:solidFill>
                  <a:srgbClr val="0000FF"/>
                </a:solidFill>
              </a:rPr>
              <a:t>，而</a:t>
            </a:r>
            <a:r>
              <a:rPr lang="zh-TW" altLang="en-US" dirty="0">
                <a:solidFill>
                  <a:srgbClr val="0000FF"/>
                </a:solidFill>
              </a:rPr>
              <a:t>最佳</a:t>
            </a:r>
            <a:r>
              <a:rPr lang="en-US" altLang="zh-TW" dirty="0">
                <a:solidFill>
                  <a:srgbClr val="0000FF"/>
                </a:solidFill>
              </a:rPr>
              <a:t>K </a:t>
            </a:r>
            <a:r>
              <a:rPr lang="zh-TW" altLang="en-US" dirty="0">
                <a:solidFill>
                  <a:srgbClr val="0000FF"/>
                </a:solidFill>
              </a:rPr>
              <a:t>值則沒有一定規則</a:t>
            </a:r>
            <a:r>
              <a:rPr lang="zh-TW" altLang="en-US" dirty="0"/>
              <a:t>，必須實際測試獲得。</a:t>
            </a:r>
          </a:p>
          <a:p>
            <a:pPr lvl="1"/>
            <a:r>
              <a:rPr lang="en-US" altLang="zh-TW" dirty="0"/>
              <a:t>8.2.2 </a:t>
            </a:r>
            <a:r>
              <a:rPr lang="en-US" altLang="zh-TW" dirty="0" err="1"/>
              <a:t>Scikit</a:t>
            </a:r>
            <a:r>
              <a:rPr lang="en-US" altLang="zh-TW" dirty="0"/>
              <a:t>-Learn </a:t>
            </a:r>
            <a:r>
              <a:rPr lang="zh-TW" altLang="en-US" dirty="0"/>
              <a:t>的</a:t>
            </a:r>
            <a:r>
              <a:rPr lang="en-US" altLang="zh-TW" dirty="0"/>
              <a:t>K </a:t>
            </a:r>
            <a:r>
              <a:rPr lang="zh-TW" altLang="en-US" dirty="0"/>
              <a:t>近鄰模組</a:t>
            </a:r>
          </a:p>
          <a:p>
            <a:pPr marL="342900" lvl="3" indent="-342900">
              <a:buFont typeface="+mj-lt"/>
              <a:buAutoNum type="arabicPeriod"/>
            </a:pPr>
            <a:r>
              <a:rPr lang="zh-TW" altLang="en-US" dirty="0" smtClean="0"/>
              <a:t>在</a:t>
            </a:r>
            <a:r>
              <a:rPr lang="en-US" altLang="zh-TW" dirty="0" err="1"/>
              <a:t>Scikit</a:t>
            </a:r>
            <a:r>
              <a:rPr lang="en-US" altLang="zh-TW" dirty="0"/>
              <a:t>-Learn </a:t>
            </a:r>
            <a:r>
              <a:rPr lang="zh-TW" altLang="en-US" dirty="0"/>
              <a:t>要使用</a:t>
            </a:r>
            <a:r>
              <a:rPr lang="en-US" altLang="zh-TW" dirty="0"/>
              <a:t>K </a:t>
            </a:r>
            <a:r>
              <a:rPr lang="zh-TW" altLang="en-US" dirty="0"/>
              <a:t>近鄰演算法，首先載入模組</a:t>
            </a:r>
            <a:r>
              <a:rPr lang="zh-TW" altLang="en-US" dirty="0" smtClean="0"/>
              <a:t>：</a:t>
            </a:r>
            <a:endParaRPr lang="en-US" altLang="zh-TW" dirty="0" smtClean="0"/>
          </a:p>
          <a:p>
            <a:pPr marL="342900" lvl="3" indent="-342900">
              <a:buFont typeface="+mj-lt"/>
              <a:buAutoNum type="arabicPeriod"/>
            </a:pPr>
            <a:endParaRPr lang="en-US" altLang="zh-TW" dirty="0"/>
          </a:p>
          <a:p>
            <a:pPr marL="342900" lvl="3" indent="-342900">
              <a:buFont typeface="+mj-lt"/>
              <a:buAutoNum type="arabicPeriod"/>
            </a:pPr>
            <a:r>
              <a:rPr lang="zh-TW" altLang="en-US" dirty="0" smtClean="0"/>
              <a:t>接著</a:t>
            </a:r>
            <a:r>
              <a:rPr lang="zh-TW" altLang="en-US" dirty="0"/>
              <a:t>建立</a:t>
            </a:r>
            <a:r>
              <a:rPr lang="en-US" altLang="zh-TW" dirty="0" err="1"/>
              <a:t>KNeighborsClassifier</a:t>
            </a:r>
            <a:r>
              <a:rPr lang="en-US" altLang="zh-TW" dirty="0"/>
              <a:t> </a:t>
            </a:r>
            <a:r>
              <a:rPr lang="zh-TW" altLang="en-US" dirty="0"/>
              <a:t>物件，語法為：</a:t>
            </a: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9632" y="4293096"/>
            <a:ext cx="5570190" cy="56791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群組 1"/>
          <p:cNvGrpSpPr/>
          <p:nvPr/>
        </p:nvGrpSpPr>
        <p:grpSpPr>
          <a:xfrm>
            <a:off x="1274033" y="5195482"/>
            <a:ext cx="5585749" cy="653486"/>
            <a:chOff x="1274033" y="5195482"/>
            <a:chExt cx="5585749" cy="653486"/>
          </a:xfrm>
        </p:grpSpPr>
        <p:pic>
          <p:nvPicPr>
            <p:cNvPr id="6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74033" y="5195482"/>
              <a:ext cx="5585749" cy="65348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矩形 4"/>
            <p:cNvSpPr/>
            <p:nvPr/>
          </p:nvSpPr>
          <p:spPr>
            <a:xfrm>
              <a:off x="1403648" y="5330131"/>
              <a:ext cx="4320480" cy="18710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Tree>
    <p:extLst>
      <p:ext uri="{BB962C8B-B14F-4D97-AF65-F5344CB8AC3E}">
        <p14:creationId xmlns:p14="http://schemas.microsoft.com/office/powerpoint/2010/main" val="23160146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內容版面配置區 3"/>
          <p:cNvSpPr>
            <a:spLocks noGrp="1"/>
          </p:cNvSpPr>
          <p:nvPr>
            <p:ph sz="quarter" idx="10"/>
          </p:nvPr>
        </p:nvSpPr>
        <p:spPr/>
        <p:txBody>
          <a:bodyPr/>
          <a:lstStyle/>
          <a:p>
            <a:pPr marL="285750" lvl="3" indent="-285750">
              <a:buFont typeface="Wingdings" panose="05000000000000000000" pitchFamily="2" charset="2"/>
              <a:buChar char="n"/>
            </a:pPr>
            <a:r>
              <a:rPr lang="en-US" altLang="zh-TW" b="1" dirty="0" err="1"/>
              <a:t>n_neighbors</a:t>
            </a:r>
            <a:r>
              <a:rPr lang="zh-TW" altLang="en-US" dirty="0"/>
              <a:t>：此參數即「</a:t>
            </a:r>
            <a:r>
              <a:rPr lang="en-US" altLang="zh-TW" dirty="0"/>
              <a:t>K</a:t>
            </a:r>
            <a:r>
              <a:rPr lang="zh-TW" altLang="en-US" dirty="0"/>
              <a:t>」值，就是設定取幾個最接近的資料。</a:t>
            </a:r>
          </a:p>
          <a:p>
            <a:pPr marL="285750" lvl="3" indent="-285750">
              <a:buFont typeface="Wingdings" panose="05000000000000000000" pitchFamily="2" charset="2"/>
              <a:buChar char="n"/>
            </a:pPr>
            <a:r>
              <a:rPr lang="en-US" altLang="zh-TW" b="1" dirty="0" smtClean="0"/>
              <a:t>algorithm</a:t>
            </a:r>
            <a:r>
              <a:rPr lang="zh-TW" altLang="en-US" dirty="0"/>
              <a:t>：設定使用的演算法，可以設定 </a:t>
            </a:r>
            <a:r>
              <a:rPr lang="en-US" altLang="zh-TW" dirty="0"/>
              <a:t>auto</a:t>
            </a:r>
            <a:r>
              <a:rPr lang="zh-TW" altLang="en-US" dirty="0"/>
              <a:t>、</a:t>
            </a:r>
            <a:r>
              <a:rPr lang="en-US" altLang="zh-TW" dirty="0" err="1"/>
              <a:t>ball_tree</a:t>
            </a:r>
            <a:r>
              <a:rPr lang="zh-TW" altLang="en-US" dirty="0"/>
              <a:t>、</a:t>
            </a:r>
            <a:r>
              <a:rPr lang="en-US" altLang="zh-TW" dirty="0" err="1"/>
              <a:t>kd_tree</a:t>
            </a:r>
            <a:r>
              <a:rPr lang="en-US" altLang="zh-TW" dirty="0"/>
              <a:t> </a:t>
            </a:r>
            <a:r>
              <a:rPr lang="zh-TW" altLang="en-US" dirty="0" smtClean="0"/>
              <a:t>及</a:t>
            </a:r>
            <a:r>
              <a:rPr lang="en-US" altLang="zh-TW" dirty="0" smtClean="0"/>
              <a:t>brute</a:t>
            </a:r>
            <a:r>
              <a:rPr lang="zh-TW" altLang="en-US" dirty="0"/>
              <a:t>。如果設為「</a:t>
            </a:r>
            <a:r>
              <a:rPr lang="en-US" altLang="zh-TW" dirty="0"/>
              <a:t>auto</a:t>
            </a:r>
            <a:r>
              <a:rPr lang="zh-TW" altLang="en-US" dirty="0"/>
              <a:t>」，表示由系統根據資料特性自動判斷使用何種演算法</a:t>
            </a:r>
            <a:r>
              <a:rPr lang="zh-TW" altLang="en-US" dirty="0" smtClean="0"/>
              <a:t>。預設值</a:t>
            </a:r>
            <a:r>
              <a:rPr lang="zh-TW" altLang="en-US" dirty="0"/>
              <a:t>為</a:t>
            </a:r>
            <a:r>
              <a:rPr lang="en-US" altLang="zh-TW" dirty="0"/>
              <a:t>auto</a:t>
            </a:r>
            <a:r>
              <a:rPr lang="zh-TW" altLang="en-US" dirty="0" smtClean="0"/>
              <a:t>。</a:t>
            </a:r>
          </a:p>
          <a:p>
            <a:pPr marL="285750" lvl="3" indent="-285750">
              <a:buFont typeface="Wingdings" panose="05000000000000000000" pitchFamily="2" charset="2"/>
              <a:buChar char="n"/>
            </a:pPr>
            <a:r>
              <a:rPr lang="en-US" altLang="zh-TW" b="1" dirty="0" smtClean="0"/>
              <a:t>weights</a:t>
            </a:r>
            <a:r>
              <a:rPr lang="zh-TW" altLang="en-US" dirty="0"/>
              <a:t>：設定資料的權重。設定值有：</a:t>
            </a:r>
          </a:p>
          <a:p>
            <a:pPr marL="645750" lvl="4" indent="-285750">
              <a:buFont typeface="Wingdings" panose="05000000000000000000" pitchFamily="2" charset="2"/>
              <a:buChar char="l"/>
            </a:pPr>
            <a:r>
              <a:rPr lang="en-US" altLang="zh-TW" b="1" dirty="0" smtClean="0"/>
              <a:t>uniform</a:t>
            </a:r>
            <a:r>
              <a:rPr lang="zh-TW" altLang="en-US" dirty="0"/>
              <a:t>：所有資料的權重都相同。預設值為 </a:t>
            </a:r>
            <a:r>
              <a:rPr lang="en-US" altLang="zh-TW" dirty="0"/>
              <a:t>uniform</a:t>
            </a:r>
            <a:r>
              <a:rPr lang="zh-TW" altLang="en-US" dirty="0" smtClean="0"/>
              <a:t>。</a:t>
            </a:r>
          </a:p>
          <a:p>
            <a:pPr marL="645750" lvl="4" indent="-285750">
              <a:buFont typeface="Wingdings" panose="05000000000000000000" pitchFamily="2" charset="2"/>
              <a:buChar char="l"/>
            </a:pPr>
            <a:r>
              <a:rPr lang="en-US" altLang="zh-TW" b="1" dirty="0" smtClean="0"/>
              <a:t>distance</a:t>
            </a:r>
            <a:r>
              <a:rPr lang="zh-TW" altLang="en-US" dirty="0"/>
              <a:t>：歐式距離越小的資料，其權重越大</a:t>
            </a:r>
            <a:r>
              <a:rPr lang="zh-TW" altLang="en-US" dirty="0" smtClean="0"/>
              <a:t>。</a:t>
            </a:r>
            <a:endParaRPr lang="en-US" altLang="zh-TW" dirty="0" smtClean="0"/>
          </a:p>
          <a:p>
            <a:pPr marL="342900" lvl="3" indent="-342900">
              <a:buFont typeface="+mj-lt"/>
              <a:buAutoNum type="arabicPeriod" startAt="3"/>
            </a:pPr>
            <a:r>
              <a:rPr lang="zh-TW" altLang="en-US" dirty="0" smtClean="0"/>
              <a:t>然後</a:t>
            </a:r>
            <a:r>
              <a:rPr lang="zh-TW" altLang="en-US" dirty="0"/>
              <a:t>就可利用</a:t>
            </a:r>
            <a:r>
              <a:rPr lang="en-US" altLang="zh-TW" dirty="0"/>
              <a:t>fit </a:t>
            </a:r>
            <a:r>
              <a:rPr lang="zh-TW" altLang="en-US" dirty="0"/>
              <a:t>方法進行訓練，語法為</a:t>
            </a:r>
            <a:r>
              <a:rPr lang="zh-TW" altLang="en-US" dirty="0" smtClean="0"/>
              <a:t>：</a:t>
            </a:r>
            <a:endParaRPr lang="en-US" altLang="zh-TW" dirty="0" smtClean="0"/>
          </a:p>
          <a:p>
            <a:pPr marL="342900" lvl="3" indent="-342900">
              <a:buFont typeface="+mj-lt"/>
              <a:buAutoNum type="arabicPeriod" startAt="3"/>
            </a:pPr>
            <a:endParaRPr lang="en-US" altLang="zh-TW" dirty="0" smtClean="0"/>
          </a:p>
          <a:p>
            <a:pPr marL="342900" lvl="3" indent="-342900">
              <a:buFont typeface="+mj-lt"/>
              <a:buAutoNum type="arabicPeriod" startAt="3"/>
            </a:pPr>
            <a:r>
              <a:rPr lang="zh-TW" altLang="en-US" dirty="0" smtClean="0"/>
              <a:t>訓練</a:t>
            </a:r>
            <a:r>
              <a:rPr lang="zh-TW" altLang="en-US" dirty="0"/>
              <a:t>完成後可使用</a:t>
            </a:r>
            <a:r>
              <a:rPr lang="en-US" altLang="zh-TW" dirty="0"/>
              <a:t>predict </a:t>
            </a:r>
            <a:r>
              <a:rPr lang="zh-TW" altLang="en-US" dirty="0"/>
              <a:t>方法對未知資料進行預測，語法為</a:t>
            </a:r>
            <a:r>
              <a:rPr lang="zh-TW" altLang="en-US" dirty="0" smtClean="0"/>
              <a:t>：</a:t>
            </a:r>
            <a:endParaRPr lang="en-US" altLang="zh-TW" dirty="0" smtClean="0"/>
          </a:p>
          <a:p>
            <a:pPr marL="342900" lvl="3" indent="-342900">
              <a:buFont typeface="+mj-lt"/>
              <a:buAutoNum type="arabicPeriod" startAt="3"/>
            </a:pPr>
            <a:endParaRPr lang="en-US" altLang="zh-TW" dirty="0"/>
          </a:p>
          <a:p>
            <a:pPr marL="342900" lvl="3" indent="-342900">
              <a:buFont typeface="+mj-lt"/>
              <a:buAutoNum type="arabicPeriod" startAt="3"/>
            </a:pPr>
            <a:r>
              <a:rPr lang="zh-TW" altLang="en-US" dirty="0"/>
              <a:t>或者使用</a:t>
            </a:r>
            <a:r>
              <a:rPr lang="en-US" altLang="zh-TW" dirty="0"/>
              <a:t>score() </a:t>
            </a:r>
            <a:r>
              <a:rPr lang="zh-TW" altLang="en-US" dirty="0"/>
              <a:t>方法對未知資料進行預測，並計算準確率，語法為：</a:t>
            </a:r>
            <a:endParaRPr lang="en-US" altLang="zh-TW" dirty="0" smtClean="0"/>
          </a:p>
          <a:p>
            <a:pPr lvl="3"/>
            <a:endParaRPr lang="zh-TW" altLang="en-US" dirty="0"/>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600" y="3933056"/>
            <a:ext cx="5400600" cy="5211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17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1600" y="4869160"/>
            <a:ext cx="5400600" cy="4985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17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3607" y="5733256"/>
            <a:ext cx="5400601" cy="4861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316423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sz="quarter" idx="10"/>
          </p:nvPr>
        </p:nvSpPr>
        <p:spPr/>
        <p:txBody>
          <a:bodyPr/>
          <a:lstStyle/>
          <a:p>
            <a:pPr lvl="3"/>
            <a:r>
              <a:rPr lang="zh-TW" altLang="en-US" dirty="0"/>
              <a:t>例如，將鳶尾花資料集</a:t>
            </a:r>
            <a:r>
              <a:rPr lang="zh-TW" altLang="en-US" dirty="0">
                <a:solidFill>
                  <a:srgbClr val="0000FF"/>
                </a:solidFill>
              </a:rPr>
              <a:t>原始資料的</a:t>
            </a:r>
            <a:r>
              <a:rPr lang="en-US" altLang="zh-TW" dirty="0">
                <a:solidFill>
                  <a:srgbClr val="0000FF"/>
                </a:solidFill>
              </a:rPr>
              <a:t>20% </a:t>
            </a:r>
            <a:r>
              <a:rPr lang="zh-TW" altLang="en-US" dirty="0">
                <a:solidFill>
                  <a:srgbClr val="0000FF"/>
                </a:solidFill>
              </a:rPr>
              <a:t>做為測試資料，</a:t>
            </a:r>
            <a:r>
              <a:rPr lang="en-US" altLang="zh-TW" dirty="0">
                <a:solidFill>
                  <a:srgbClr val="0000FF"/>
                </a:solidFill>
              </a:rPr>
              <a:t>80% </a:t>
            </a:r>
            <a:r>
              <a:rPr lang="zh-TW" altLang="en-US" dirty="0">
                <a:solidFill>
                  <a:srgbClr val="0000FF"/>
                </a:solidFill>
              </a:rPr>
              <a:t>做為訓練資料</a:t>
            </a:r>
            <a:r>
              <a:rPr lang="zh-TW" altLang="en-US" dirty="0"/>
              <a:t>，然後</a:t>
            </a:r>
            <a:r>
              <a:rPr lang="zh-TW" altLang="en-US" dirty="0" smtClean="0"/>
              <a:t>以訓練</a:t>
            </a:r>
            <a:r>
              <a:rPr lang="zh-TW" altLang="en-US" dirty="0"/>
              <a:t>資料進行訓練，訓練後以測試資料進行預測並計算準確率：</a:t>
            </a:r>
          </a:p>
        </p:txBody>
      </p:sp>
      <p:grpSp>
        <p:nvGrpSpPr>
          <p:cNvPr id="5" name="群組 4"/>
          <p:cNvGrpSpPr/>
          <p:nvPr/>
        </p:nvGrpSpPr>
        <p:grpSpPr>
          <a:xfrm>
            <a:off x="1403648" y="2060848"/>
            <a:ext cx="5667300" cy="3556992"/>
            <a:chOff x="1331640" y="1613856"/>
            <a:chExt cx="5667300" cy="3556992"/>
          </a:xfrm>
        </p:grpSpPr>
        <p:grpSp>
          <p:nvGrpSpPr>
            <p:cNvPr id="3" name="群組 2"/>
            <p:cNvGrpSpPr/>
            <p:nvPr/>
          </p:nvGrpSpPr>
          <p:grpSpPr>
            <a:xfrm>
              <a:off x="1331640" y="1613856"/>
              <a:ext cx="5667300" cy="3556992"/>
              <a:chOff x="1342305" y="1844824"/>
              <a:chExt cx="6257925" cy="4133056"/>
            </a:xfrm>
          </p:grpSpPr>
          <p:pic>
            <p:nvPicPr>
              <p:cNvPr id="819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9087" y="4149080"/>
                <a:ext cx="5991225" cy="1828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197"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2305" y="1844824"/>
                <a:ext cx="6257925" cy="2343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4" name="矩形 3"/>
            <p:cNvSpPr/>
            <p:nvPr/>
          </p:nvSpPr>
          <p:spPr>
            <a:xfrm>
              <a:off x="1547664" y="3596946"/>
              <a:ext cx="3888432" cy="19209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Tree>
    <p:extLst>
      <p:ext uri="{BB962C8B-B14F-4D97-AF65-F5344CB8AC3E}">
        <p14:creationId xmlns:p14="http://schemas.microsoft.com/office/powerpoint/2010/main" val="217188121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sz="quarter" idx="10"/>
          </p:nvPr>
        </p:nvSpPr>
        <p:spPr/>
        <p:txBody>
          <a:bodyPr/>
          <a:lstStyle/>
          <a:p>
            <a:pPr lvl="1"/>
            <a:r>
              <a:rPr lang="en-US" altLang="zh-TW" dirty="0"/>
              <a:t>8.2.3 K </a:t>
            </a:r>
            <a:r>
              <a:rPr lang="zh-TW" altLang="en-US" dirty="0"/>
              <a:t>近鄰演算法應用：手寫數字辦識</a:t>
            </a:r>
          </a:p>
          <a:p>
            <a:pPr lvl="3"/>
            <a:r>
              <a:rPr lang="en-US" altLang="zh-TW" dirty="0"/>
              <a:t>MNIST </a:t>
            </a:r>
            <a:r>
              <a:rPr lang="zh-TW" altLang="en-US" dirty="0"/>
              <a:t>手寫數字辨識資料集可以說是機器學習很熱門的入門</a:t>
            </a:r>
            <a:r>
              <a:rPr lang="zh-TW" altLang="en-US" dirty="0" smtClean="0"/>
              <a:t>範例</a:t>
            </a:r>
            <a:r>
              <a:rPr lang="zh-TW" altLang="en-US" dirty="0"/>
              <a:t>。</a:t>
            </a:r>
          </a:p>
          <a:p>
            <a:pPr lvl="3"/>
            <a:r>
              <a:rPr lang="zh-TW" altLang="en-US" dirty="0" smtClean="0">
                <a:solidFill>
                  <a:srgbClr val="0000FF"/>
                </a:solidFill>
              </a:rPr>
              <a:t>在</a:t>
            </a:r>
            <a:r>
              <a:rPr lang="zh-TW" altLang="en-US" dirty="0">
                <a:solidFill>
                  <a:srgbClr val="0000FF"/>
                </a:solidFill>
              </a:rPr>
              <a:t>這個應用中，由於</a:t>
            </a:r>
            <a:r>
              <a:rPr lang="en-US" altLang="zh-TW" dirty="0">
                <a:solidFill>
                  <a:srgbClr val="0000FF"/>
                </a:solidFill>
              </a:rPr>
              <a:t>MNIST </a:t>
            </a:r>
            <a:r>
              <a:rPr lang="zh-TW" altLang="en-US" dirty="0">
                <a:solidFill>
                  <a:srgbClr val="0000FF"/>
                </a:solidFill>
              </a:rPr>
              <a:t>資料集圖片數量多達</a:t>
            </a:r>
            <a:r>
              <a:rPr lang="en-US" altLang="zh-TW" dirty="0">
                <a:solidFill>
                  <a:srgbClr val="0000FF"/>
                </a:solidFill>
              </a:rPr>
              <a:t>60000 </a:t>
            </a:r>
            <a:r>
              <a:rPr lang="zh-TW" altLang="en-US" dirty="0">
                <a:solidFill>
                  <a:srgbClr val="0000FF"/>
                </a:solidFill>
              </a:rPr>
              <a:t>張</a:t>
            </a:r>
            <a:r>
              <a:rPr lang="zh-TW" altLang="en-US" dirty="0"/>
              <a:t>，其中都是黑白的手寫</a:t>
            </a:r>
            <a:r>
              <a:rPr lang="zh-TW" altLang="en-US" dirty="0" smtClean="0"/>
              <a:t>數字</a:t>
            </a:r>
            <a:r>
              <a:rPr lang="zh-TW" altLang="en-US" dirty="0"/>
              <a:t>圖片，其長、寬都是</a:t>
            </a:r>
            <a:r>
              <a:rPr lang="en-US" altLang="zh-TW" dirty="0"/>
              <a:t>28 </a:t>
            </a:r>
            <a:r>
              <a:rPr lang="zh-TW" altLang="en-US" dirty="0"/>
              <a:t>像素，特徵值高達</a:t>
            </a:r>
            <a:r>
              <a:rPr lang="en-US" altLang="zh-TW" dirty="0"/>
              <a:t>28X28=784 </a:t>
            </a:r>
            <a:r>
              <a:rPr lang="zh-TW" altLang="en-US" dirty="0"/>
              <a:t>個。這裡抽取</a:t>
            </a:r>
            <a:r>
              <a:rPr lang="en-US" altLang="zh-TW" dirty="0"/>
              <a:t>0 </a:t>
            </a:r>
            <a:r>
              <a:rPr lang="zh-TW" altLang="en-US" dirty="0"/>
              <a:t>到</a:t>
            </a:r>
            <a:r>
              <a:rPr lang="en-US" altLang="zh-TW" dirty="0"/>
              <a:t>9 </a:t>
            </a:r>
            <a:r>
              <a:rPr lang="zh-TW" altLang="en-US" dirty="0"/>
              <a:t>的</a:t>
            </a:r>
            <a:r>
              <a:rPr lang="zh-TW" altLang="en-US" dirty="0" smtClean="0"/>
              <a:t>圖片</a:t>
            </a:r>
            <a:r>
              <a:rPr lang="zh-TW" altLang="en-US" dirty="0"/>
              <a:t>各</a:t>
            </a:r>
            <a:r>
              <a:rPr lang="en-US" altLang="zh-TW" dirty="0"/>
              <a:t>500 </a:t>
            </a:r>
            <a:r>
              <a:rPr lang="zh-TW" altLang="en-US" dirty="0"/>
              <a:t>張壓縮成</a:t>
            </a:r>
            <a:r>
              <a:rPr lang="en-US" altLang="zh-TW" dirty="0"/>
              <a:t>&lt;mnist500.zip&gt; </a:t>
            </a:r>
            <a:r>
              <a:rPr lang="zh-TW" altLang="en-US" dirty="0"/>
              <a:t>檔。另外，為了比較資料數量對準確率的影響</a:t>
            </a:r>
            <a:r>
              <a:rPr lang="zh-TW" altLang="en-US" dirty="0" smtClean="0"/>
              <a:t>，這裡</a:t>
            </a:r>
            <a:r>
              <a:rPr lang="zh-TW" altLang="en-US" dirty="0"/>
              <a:t>再抽取</a:t>
            </a:r>
            <a:r>
              <a:rPr lang="en-US" altLang="zh-TW" dirty="0"/>
              <a:t>0 </a:t>
            </a:r>
            <a:r>
              <a:rPr lang="zh-TW" altLang="en-US" dirty="0"/>
              <a:t>到</a:t>
            </a:r>
            <a:r>
              <a:rPr lang="en-US" altLang="zh-TW" dirty="0"/>
              <a:t>9 </a:t>
            </a:r>
            <a:r>
              <a:rPr lang="zh-TW" altLang="en-US" dirty="0"/>
              <a:t>的圖片各</a:t>
            </a:r>
            <a:r>
              <a:rPr lang="en-US" altLang="zh-TW" dirty="0"/>
              <a:t>1000 </a:t>
            </a:r>
            <a:r>
              <a:rPr lang="zh-TW" altLang="en-US" dirty="0"/>
              <a:t>張壓縮成</a:t>
            </a:r>
            <a:r>
              <a:rPr lang="en-US" altLang="zh-TW" dirty="0"/>
              <a:t>&lt;mnist1000.zip&gt; </a:t>
            </a:r>
            <a:r>
              <a:rPr lang="zh-TW" altLang="en-US" dirty="0"/>
              <a:t>檔。</a:t>
            </a:r>
          </a:p>
          <a:p>
            <a:pPr lvl="3"/>
            <a:r>
              <a:rPr lang="zh-TW" altLang="en-US" dirty="0"/>
              <a:t>首先載入模組，解壓縮</a:t>
            </a:r>
            <a:r>
              <a:rPr lang="en-US" altLang="zh-TW" dirty="0"/>
              <a:t>&lt;mnist500.zip&gt; </a:t>
            </a:r>
            <a:r>
              <a:rPr lang="zh-TW" altLang="en-US" dirty="0"/>
              <a:t>檔，解壓縮後產生</a:t>
            </a:r>
            <a:r>
              <a:rPr lang="en-US" altLang="zh-TW" dirty="0"/>
              <a:t>&lt;mnist500&gt; </a:t>
            </a:r>
            <a:r>
              <a:rPr lang="zh-TW" altLang="en-US" dirty="0"/>
              <a:t>資料夾，</a:t>
            </a:r>
            <a:r>
              <a:rPr lang="zh-TW" altLang="en-US" dirty="0" smtClean="0"/>
              <a:t>其中</a:t>
            </a:r>
            <a:r>
              <a:rPr lang="zh-TW" altLang="en-US" dirty="0"/>
              <a:t>有</a:t>
            </a:r>
            <a:r>
              <a:rPr lang="en-US" altLang="zh-TW" dirty="0"/>
              <a:t>0 </a:t>
            </a:r>
            <a:r>
              <a:rPr lang="zh-TW" altLang="en-US" dirty="0"/>
              <a:t>到</a:t>
            </a:r>
            <a:r>
              <a:rPr lang="en-US" altLang="zh-TW" dirty="0"/>
              <a:t>9 </a:t>
            </a:r>
            <a:r>
              <a:rPr lang="zh-TW" altLang="en-US" dirty="0"/>
              <a:t>共</a:t>
            </a:r>
            <a:r>
              <a:rPr lang="en-US" altLang="zh-TW" dirty="0"/>
              <a:t>10 </a:t>
            </a:r>
            <a:r>
              <a:rPr lang="zh-TW" altLang="en-US" dirty="0"/>
              <a:t>個目錄</a:t>
            </a:r>
            <a:r>
              <a:rPr lang="zh-TW" altLang="en-US" dirty="0" smtClean="0"/>
              <a:t>。</a:t>
            </a:r>
            <a:endParaRPr lang="en-US" altLang="zh-TW" dirty="0" smtClean="0"/>
          </a:p>
          <a:p>
            <a:pPr lvl="3"/>
            <a:r>
              <a:rPr lang="zh-TW" altLang="en-US" dirty="0"/>
              <a:t>準確率大約為 </a:t>
            </a:r>
            <a:r>
              <a:rPr lang="en-US" altLang="zh-TW" dirty="0"/>
              <a:t>0.92 </a:t>
            </a:r>
            <a:r>
              <a:rPr lang="zh-TW" altLang="en-US" dirty="0"/>
              <a:t>至 </a:t>
            </a:r>
            <a:r>
              <a:rPr lang="en-US" altLang="zh-TW" dirty="0"/>
              <a:t>0.95 </a:t>
            </a:r>
            <a:r>
              <a:rPr lang="zh-TW" altLang="en-US" dirty="0"/>
              <a:t>之間</a:t>
            </a:r>
            <a:r>
              <a:rPr lang="zh-TW" altLang="en-US" dirty="0" smtClean="0"/>
              <a:t>。</a:t>
            </a:r>
            <a:endParaRPr lang="en-US" altLang="zh-TW" dirty="0" smtClean="0"/>
          </a:p>
          <a:p>
            <a:pPr lvl="3"/>
            <a:r>
              <a:rPr lang="zh-TW" altLang="en-US" dirty="0"/>
              <a:t>在這個應用中準確度已經算不錯，如果還要再提昇準確率，可以增加資料數量：</a:t>
            </a:r>
            <a:r>
              <a:rPr lang="zh-TW" altLang="en-US" dirty="0" smtClean="0"/>
              <a:t>範例</a:t>
            </a:r>
            <a:r>
              <a:rPr lang="zh-TW" altLang="en-US" dirty="0"/>
              <a:t>資料夾中的</a:t>
            </a:r>
            <a:r>
              <a:rPr lang="en-US" altLang="zh-TW" dirty="0"/>
              <a:t>&lt;mnist1000.zip&gt; </a:t>
            </a:r>
            <a:r>
              <a:rPr lang="zh-TW" altLang="en-US" dirty="0">
                <a:solidFill>
                  <a:srgbClr val="0000FF"/>
                </a:solidFill>
              </a:rPr>
              <a:t>就是</a:t>
            </a:r>
            <a:r>
              <a:rPr lang="en-US" altLang="zh-TW" dirty="0">
                <a:solidFill>
                  <a:srgbClr val="0000FF"/>
                </a:solidFill>
              </a:rPr>
              <a:t>0 </a:t>
            </a:r>
            <a:r>
              <a:rPr lang="zh-TW" altLang="en-US" dirty="0">
                <a:solidFill>
                  <a:srgbClr val="0000FF"/>
                </a:solidFill>
              </a:rPr>
              <a:t>到</a:t>
            </a:r>
            <a:r>
              <a:rPr lang="en-US" altLang="zh-TW" dirty="0">
                <a:solidFill>
                  <a:srgbClr val="0000FF"/>
                </a:solidFill>
              </a:rPr>
              <a:t>9 </a:t>
            </a:r>
            <a:r>
              <a:rPr lang="zh-TW" altLang="en-US" dirty="0">
                <a:solidFill>
                  <a:srgbClr val="0000FF"/>
                </a:solidFill>
              </a:rPr>
              <a:t>圖片</a:t>
            </a:r>
            <a:r>
              <a:rPr lang="zh-TW" altLang="en-US" dirty="0"/>
              <a:t>各取</a:t>
            </a:r>
            <a:r>
              <a:rPr lang="en-US" altLang="zh-TW" dirty="0"/>
              <a:t>1000 </a:t>
            </a:r>
            <a:r>
              <a:rPr lang="zh-TW" altLang="en-US" dirty="0"/>
              <a:t>張，共計</a:t>
            </a:r>
            <a:r>
              <a:rPr lang="en-US" altLang="zh-TW" dirty="0"/>
              <a:t>10000 </a:t>
            </a:r>
            <a:r>
              <a:rPr lang="zh-TW" altLang="en-US" dirty="0"/>
              <a:t>張圖片</a:t>
            </a:r>
            <a:r>
              <a:rPr lang="zh-TW" altLang="en-US" dirty="0" smtClean="0"/>
              <a:t>的資料</a:t>
            </a:r>
            <a:r>
              <a:rPr lang="zh-TW" altLang="en-US" dirty="0"/>
              <a:t>集，可將上面程式中所有「</a:t>
            </a:r>
            <a:r>
              <a:rPr lang="en-US" altLang="zh-TW" dirty="0"/>
              <a:t>mnist500</a:t>
            </a:r>
            <a:r>
              <a:rPr lang="zh-TW" altLang="en-US" dirty="0"/>
              <a:t>」都改為「</a:t>
            </a:r>
            <a:r>
              <a:rPr lang="en-US" altLang="zh-TW" dirty="0"/>
              <a:t>mnist1000</a:t>
            </a:r>
            <a:r>
              <a:rPr lang="zh-TW" altLang="en-US" dirty="0"/>
              <a:t>」，執行後會發現</a:t>
            </a:r>
            <a:r>
              <a:rPr lang="zh-TW" altLang="en-US" dirty="0" smtClean="0"/>
              <a:t>準確率</a:t>
            </a:r>
            <a:r>
              <a:rPr lang="zh-TW" altLang="en-US" dirty="0"/>
              <a:t>提高到</a:t>
            </a:r>
            <a:r>
              <a:rPr lang="en-US" altLang="zh-TW" dirty="0"/>
              <a:t>0.93 </a:t>
            </a:r>
            <a:r>
              <a:rPr lang="zh-TW" altLang="en-US" dirty="0"/>
              <a:t>到</a:t>
            </a:r>
            <a:r>
              <a:rPr lang="en-US" altLang="zh-TW" dirty="0"/>
              <a:t>0.96 </a:t>
            </a:r>
            <a:r>
              <a:rPr lang="zh-TW" altLang="en-US" dirty="0"/>
              <a:t>之間。</a:t>
            </a:r>
          </a:p>
        </p:txBody>
      </p:sp>
    </p:spTree>
    <p:extLst>
      <p:ext uri="{BB962C8B-B14F-4D97-AF65-F5344CB8AC3E}">
        <p14:creationId xmlns:p14="http://schemas.microsoft.com/office/powerpoint/2010/main" val="139504773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sz="quarter" idx="10"/>
          </p:nvPr>
        </p:nvSpPr>
        <p:spPr/>
        <p:txBody>
          <a:bodyPr/>
          <a:lstStyle/>
          <a:p>
            <a:pPr lvl="1"/>
            <a:r>
              <a:rPr lang="en-US" altLang="zh-TW" dirty="0"/>
              <a:t>8.2.4 </a:t>
            </a:r>
            <a:r>
              <a:rPr lang="zh-TW" altLang="en-US" dirty="0"/>
              <a:t>交叉驗證與網格</a:t>
            </a:r>
            <a:r>
              <a:rPr lang="zh-TW" altLang="en-US" dirty="0" smtClean="0"/>
              <a:t>搜索</a:t>
            </a:r>
            <a:endParaRPr lang="en-US" altLang="zh-TW" dirty="0" smtClean="0"/>
          </a:p>
          <a:p>
            <a:pPr lvl="3"/>
            <a:r>
              <a:rPr lang="zh-TW" altLang="en-US" dirty="0">
                <a:solidFill>
                  <a:srgbClr val="FF0000"/>
                </a:solidFill>
              </a:rPr>
              <a:t>改變參數值的目的是要提高機器學習準確度，這個過程稱為「調校」</a:t>
            </a:r>
            <a:r>
              <a:rPr lang="zh-TW" altLang="en-US" dirty="0"/>
              <a:t>。若是逐一</a:t>
            </a:r>
            <a:r>
              <a:rPr lang="zh-TW" altLang="en-US" dirty="0" smtClean="0"/>
              <a:t>手動</a:t>
            </a:r>
            <a:r>
              <a:rPr lang="zh-TW" altLang="en-US" dirty="0"/>
              <a:t>調整參數值後測試準確度，將是一件繁重且耗時的工作，</a:t>
            </a:r>
            <a:r>
              <a:rPr lang="en-US" altLang="zh-TW" dirty="0" err="1"/>
              <a:t>Scikit</a:t>
            </a:r>
            <a:r>
              <a:rPr lang="en-US" altLang="zh-TW" dirty="0"/>
              <a:t>-Learn </a:t>
            </a:r>
            <a:r>
              <a:rPr lang="zh-TW" altLang="en-US" dirty="0"/>
              <a:t>提供 </a:t>
            </a:r>
            <a:r>
              <a:rPr lang="zh-TW" altLang="en-US" b="1" dirty="0"/>
              <a:t>交叉</a:t>
            </a:r>
            <a:r>
              <a:rPr lang="zh-TW" altLang="en-US" b="1" dirty="0" smtClean="0"/>
              <a:t>驗證</a:t>
            </a:r>
            <a:r>
              <a:rPr lang="en-US" altLang="zh-TW" dirty="0"/>
              <a:t>(Cross Validation) </a:t>
            </a:r>
            <a:r>
              <a:rPr lang="zh-TW" altLang="en-US" dirty="0"/>
              <a:t>與 </a:t>
            </a:r>
            <a:r>
              <a:rPr lang="zh-TW" altLang="en-US" b="1" dirty="0"/>
              <a:t>網格搜索</a:t>
            </a:r>
            <a:r>
              <a:rPr lang="en-US" altLang="zh-TW" dirty="0"/>
              <a:t>(Grid Search) </a:t>
            </a:r>
            <a:r>
              <a:rPr lang="zh-TW" altLang="en-US" dirty="0"/>
              <a:t>的方式</a:t>
            </a:r>
            <a:r>
              <a:rPr lang="zh-TW" altLang="en-US" dirty="0">
                <a:solidFill>
                  <a:srgbClr val="0000FF"/>
                </a:solidFill>
              </a:rPr>
              <a:t>來完成參數調校</a:t>
            </a:r>
            <a:r>
              <a:rPr lang="zh-TW" altLang="en-US" dirty="0"/>
              <a:t>。</a:t>
            </a:r>
          </a:p>
          <a:p>
            <a:pPr lvl="2"/>
            <a:r>
              <a:rPr lang="zh-TW" altLang="en-US" dirty="0"/>
              <a:t>交叉驗證</a:t>
            </a:r>
          </a:p>
          <a:p>
            <a:pPr lvl="3"/>
            <a:r>
              <a:rPr lang="zh-TW" altLang="en-US" dirty="0"/>
              <a:t>交叉驗證 是將訓練資料分為</a:t>
            </a:r>
            <a:r>
              <a:rPr lang="en-US" altLang="zh-TW" dirty="0"/>
              <a:t>N </a:t>
            </a:r>
            <a:r>
              <a:rPr lang="zh-TW" altLang="en-US" dirty="0"/>
              <a:t>等份，將其中一份做為驗證集，其他資料做為訓練</a:t>
            </a:r>
            <a:r>
              <a:rPr lang="zh-TW" altLang="en-US" dirty="0" smtClean="0"/>
              <a:t>集進行</a:t>
            </a:r>
            <a:r>
              <a:rPr lang="zh-TW" altLang="en-US" dirty="0"/>
              <a:t>訓練並驗證得到準確率，然後依序將另一份做為驗證集，其他資料做為訓練</a:t>
            </a:r>
            <a:r>
              <a:rPr lang="zh-TW" altLang="en-US" dirty="0" smtClean="0"/>
              <a:t>集進行</a:t>
            </a:r>
            <a:r>
              <a:rPr lang="zh-TW" altLang="en-US" dirty="0"/>
              <a:t>訓練並驗證得到準確率，如此進行</a:t>
            </a:r>
            <a:r>
              <a:rPr lang="en-US" altLang="zh-TW" dirty="0"/>
              <a:t>N </a:t>
            </a:r>
            <a:r>
              <a:rPr lang="zh-TW" altLang="en-US" dirty="0"/>
              <a:t>次得到</a:t>
            </a:r>
            <a:r>
              <a:rPr lang="en-US" altLang="zh-TW" dirty="0"/>
              <a:t>N </a:t>
            </a:r>
            <a:r>
              <a:rPr lang="zh-TW" altLang="en-US" dirty="0"/>
              <a:t>個準確率，最終準確率為此</a:t>
            </a:r>
            <a:r>
              <a:rPr lang="en-US" altLang="zh-TW" dirty="0"/>
              <a:t>N </a:t>
            </a:r>
            <a:r>
              <a:rPr lang="zh-TW" altLang="en-US" dirty="0" smtClean="0"/>
              <a:t>個準確率的</a:t>
            </a:r>
            <a:r>
              <a:rPr lang="zh-TW" altLang="en-US" dirty="0"/>
              <a:t>平均值。將訓練資料分為</a:t>
            </a:r>
            <a:r>
              <a:rPr lang="en-US" altLang="zh-TW" dirty="0"/>
              <a:t>N </a:t>
            </a:r>
            <a:r>
              <a:rPr lang="zh-TW" altLang="en-US" dirty="0"/>
              <a:t>等份，稱為「</a:t>
            </a:r>
            <a:r>
              <a:rPr lang="en-US" altLang="zh-TW" dirty="0"/>
              <a:t>N </a:t>
            </a:r>
            <a:r>
              <a:rPr lang="zh-TW" altLang="en-US" dirty="0"/>
              <a:t>折交叉驗證」。交叉驗證可</a:t>
            </a:r>
            <a:r>
              <a:rPr lang="zh-TW" altLang="en-US" dirty="0" smtClean="0"/>
              <a:t>在訓練</a:t>
            </a:r>
            <a:r>
              <a:rPr lang="zh-TW" altLang="en-US" dirty="0"/>
              <a:t>時就得到可靠穩定的準確率做為調整參數的參考。</a:t>
            </a:r>
          </a:p>
          <a:p>
            <a:pPr lvl="3"/>
            <a:r>
              <a:rPr lang="zh-TW" altLang="en-US" dirty="0"/>
              <a:t>例如，下面為</a:t>
            </a:r>
            <a:r>
              <a:rPr lang="en-US" altLang="zh-TW" dirty="0"/>
              <a:t>4 </a:t>
            </a:r>
            <a:r>
              <a:rPr lang="zh-TW" altLang="en-US" dirty="0"/>
              <a:t>折交叉驗證，其平均準確率為</a:t>
            </a:r>
            <a:r>
              <a:rPr lang="en-US" altLang="zh-TW" dirty="0"/>
              <a:t>89.5%</a:t>
            </a:r>
            <a:r>
              <a:rPr lang="zh-TW" altLang="en-US" dirty="0"/>
              <a:t>：</a:t>
            </a:r>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9752" y="4941168"/>
            <a:ext cx="3788643" cy="141083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0801142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sz="quarter" idx="10"/>
          </p:nvPr>
        </p:nvSpPr>
        <p:spPr/>
        <p:txBody>
          <a:bodyPr/>
          <a:lstStyle/>
          <a:p>
            <a:pPr lvl="2"/>
            <a:r>
              <a:rPr lang="zh-TW" altLang="en-US" dirty="0"/>
              <a:t>網格搜索</a:t>
            </a:r>
          </a:p>
          <a:p>
            <a:pPr lvl="3"/>
            <a:r>
              <a:rPr lang="zh-TW" altLang="en-US" b="1" dirty="0"/>
              <a:t>網格搜索 </a:t>
            </a:r>
            <a:r>
              <a:rPr lang="zh-TW" altLang="en-US" dirty="0"/>
              <a:t>是一種遍歷搜索法：在所有可能參數值組合中，嘗試每一種可能的參</a:t>
            </a:r>
            <a:r>
              <a:rPr lang="zh-TW" altLang="en-US" dirty="0" smtClean="0"/>
              <a:t>數值組合</a:t>
            </a:r>
            <a:r>
              <a:rPr lang="zh-TW" altLang="en-US" dirty="0"/>
              <a:t>，每組參數值組合都採用交叉驗證進行評估，準確率最高的參數值組合就是</a:t>
            </a:r>
            <a:r>
              <a:rPr lang="zh-TW" altLang="en-US" dirty="0" smtClean="0"/>
              <a:t>最終</a:t>
            </a:r>
            <a:r>
              <a:rPr lang="zh-TW" altLang="en-US" dirty="0"/>
              <a:t>的結果</a:t>
            </a:r>
            <a:r>
              <a:rPr lang="zh-TW" altLang="en-US" dirty="0" smtClean="0"/>
              <a:t>。</a:t>
            </a:r>
            <a:endParaRPr lang="en-US" altLang="zh-TW" dirty="0" smtClean="0"/>
          </a:p>
          <a:p>
            <a:pPr marL="342900" lvl="3" indent="-342900">
              <a:buFont typeface="+mj-lt"/>
              <a:buAutoNum type="arabicPeriod"/>
            </a:pPr>
            <a:r>
              <a:rPr lang="en-US" altLang="zh-TW" dirty="0" err="1"/>
              <a:t>Scikit</a:t>
            </a:r>
            <a:r>
              <a:rPr lang="en-US" altLang="zh-TW" dirty="0"/>
              <a:t>-Learn </a:t>
            </a:r>
            <a:r>
              <a:rPr lang="zh-TW" altLang="en-US" dirty="0"/>
              <a:t>同時執行交叉驗證及網格搜索的模組為</a:t>
            </a:r>
            <a:r>
              <a:rPr lang="en-US" altLang="zh-TW" dirty="0" err="1"/>
              <a:t>GridSearchCV</a:t>
            </a:r>
            <a:r>
              <a:rPr lang="zh-TW" altLang="en-US" dirty="0"/>
              <a:t>，請先載入</a:t>
            </a:r>
            <a:r>
              <a:rPr lang="zh-TW" altLang="en-US" dirty="0" smtClean="0"/>
              <a:t>：</a:t>
            </a:r>
            <a:endParaRPr lang="en-US" altLang="zh-TW" dirty="0" smtClean="0"/>
          </a:p>
          <a:p>
            <a:pPr marL="342900" lvl="3" indent="-342900">
              <a:spcBef>
                <a:spcPts val="0"/>
              </a:spcBef>
              <a:buFont typeface="+mj-lt"/>
              <a:buAutoNum type="arabicPeriod"/>
            </a:pPr>
            <a:endParaRPr lang="en-US" altLang="zh-TW" dirty="0" smtClean="0"/>
          </a:p>
          <a:p>
            <a:pPr marL="342900" lvl="3" indent="-342900">
              <a:spcBef>
                <a:spcPts val="0"/>
              </a:spcBef>
              <a:buFont typeface="+mj-lt"/>
              <a:buAutoNum type="arabicPeriod"/>
            </a:pPr>
            <a:r>
              <a:rPr lang="zh-TW" altLang="en-US" dirty="0" smtClean="0"/>
              <a:t>接著</a:t>
            </a:r>
            <a:r>
              <a:rPr lang="zh-TW" altLang="en-US" dirty="0"/>
              <a:t>建立參數值字典，語法為：</a:t>
            </a:r>
            <a:endParaRPr lang="en-US" altLang="zh-TW" dirty="0" smtClean="0"/>
          </a:p>
          <a:p>
            <a:pPr marL="342900" lvl="3" indent="-342900">
              <a:buFont typeface="+mj-lt"/>
              <a:buAutoNum type="arabicPeriod"/>
            </a:pPr>
            <a:endParaRPr lang="en-US" altLang="zh-TW" dirty="0"/>
          </a:p>
          <a:p>
            <a:pPr marL="342900" lvl="3" indent="-342900">
              <a:buFont typeface="+mj-lt"/>
              <a:buAutoNum type="arabicPeriod"/>
            </a:pPr>
            <a:r>
              <a:rPr lang="zh-TW" altLang="en-US" dirty="0"/>
              <a:t>然後就能建立</a:t>
            </a:r>
            <a:r>
              <a:rPr lang="en-US" altLang="zh-TW" dirty="0" err="1"/>
              <a:t>GridSearchCV</a:t>
            </a:r>
            <a:r>
              <a:rPr lang="en-US" altLang="zh-TW" dirty="0"/>
              <a:t> </a:t>
            </a:r>
            <a:r>
              <a:rPr lang="zh-TW" altLang="en-US" dirty="0"/>
              <a:t>物件，語法為</a:t>
            </a:r>
            <a:r>
              <a:rPr lang="zh-TW" altLang="en-US" dirty="0" smtClean="0"/>
              <a:t>：</a:t>
            </a:r>
            <a:endParaRPr lang="en-US" altLang="zh-TW" dirty="0" smtClean="0"/>
          </a:p>
          <a:p>
            <a:pPr marL="342900" lvl="3" indent="-342900">
              <a:spcBef>
                <a:spcPts val="0"/>
              </a:spcBef>
              <a:buFont typeface="+mj-lt"/>
              <a:buAutoNum type="arabicPeriod"/>
            </a:pPr>
            <a:endParaRPr lang="en-US" altLang="zh-TW" dirty="0" smtClean="0"/>
          </a:p>
          <a:p>
            <a:pPr marL="342900" lvl="3" indent="-342900">
              <a:spcBef>
                <a:spcPts val="0"/>
              </a:spcBef>
              <a:buFont typeface="+mj-lt"/>
              <a:buAutoNum type="arabicPeriod"/>
            </a:pPr>
            <a:endParaRPr lang="en-US" altLang="zh-TW" dirty="0" smtClean="0"/>
          </a:p>
          <a:p>
            <a:pPr marL="342900" lvl="3" indent="-342900">
              <a:buFont typeface="Wingdings" panose="05000000000000000000" pitchFamily="2" charset="2"/>
              <a:buChar char="n"/>
            </a:pPr>
            <a:r>
              <a:rPr lang="en-US" altLang="zh-TW" b="1" dirty="0" err="1" smtClean="0"/>
              <a:t>param_grid</a:t>
            </a:r>
            <a:r>
              <a:rPr lang="zh-TW" altLang="en-US" dirty="0"/>
              <a:t>：設定參數值字典。</a:t>
            </a:r>
          </a:p>
          <a:p>
            <a:pPr marL="342900" lvl="3" indent="-342900">
              <a:buFont typeface="Wingdings" panose="05000000000000000000" pitchFamily="2" charset="2"/>
              <a:buChar char="n"/>
            </a:pPr>
            <a:r>
              <a:rPr lang="en-US" altLang="zh-TW" b="1" dirty="0" smtClean="0"/>
              <a:t>cv</a:t>
            </a:r>
            <a:r>
              <a:rPr lang="zh-TW" altLang="en-US" dirty="0"/>
              <a:t>：設定交叉驗證的「折」數。例如</a:t>
            </a:r>
            <a:r>
              <a:rPr lang="en-US" altLang="zh-TW" dirty="0"/>
              <a:t>cv=4</a:t>
            </a:r>
            <a:r>
              <a:rPr lang="zh-TW" altLang="en-US" dirty="0"/>
              <a:t>表示使用</a:t>
            </a:r>
            <a:r>
              <a:rPr lang="en-US" altLang="zh-TW" dirty="0"/>
              <a:t>4 </a:t>
            </a:r>
            <a:r>
              <a:rPr lang="zh-TW" altLang="en-US" dirty="0"/>
              <a:t>折交叉驗證。</a:t>
            </a:r>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3623" y="2660753"/>
            <a:ext cx="5632673" cy="55222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4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9672" y="3660976"/>
            <a:ext cx="5609007" cy="560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44"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95735" y="4581128"/>
            <a:ext cx="5640561" cy="62322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8515952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sz="quarter" idx="10"/>
          </p:nvPr>
        </p:nvSpPr>
        <p:spPr/>
        <p:txBody>
          <a:bodyPr/>
          <a:lstStyle/>
          <a:p>
            <a:pPr marL="342900" lvl="3" indent="-342900">
              <a:buFont typeface="+mj-lt"/>
              <a:buAutoNum type="arabicPeriod" startAt="4"/>
            </a:pPr>
            <a:r>
              <a:rPr lang="zh-TW" altLang="en-US" dirty="0"/>
              <a:t>最後使用</a:t>
            </a:r>
            <a:r>
              <a:rPr lang="en-US" altLang="zh-TW" dirty="0"/>
              <a:t>fit </a:t>
            </a:r>
            <a:r>
              <a:rPr lang="zh-TW" altLang="en-US" dirty="0"/>
              <a:t>方法進行網格搜索，語法為</a:t>
            </a:r>
            <a:r>
              <a:rPr lang="zh-TW" altLang="en-US" dirty="0" smtClean="0"/>
              <a:t>：</a:t>
            </a:r>
            <a:endParaRPr lang="en-US" altLang="zh-TW" dirty="0" smtClean="0"/>
          </a:p>
          <a:p>
            <a:pPr marL="342900" lvl="3" indent="-342900">
              <a:buFont typeface="+mj-lt"/>
              <a:buAutoNum type="arabicPeriod" startAt="4"/>
            </a:pPr>
            <a:endParaRPr lang="en-US" altLang="zh-TW" dirty="0"/>
          </a:p>
          <a:p>
            <a:pPr marL="342900" lvl="3" indent="-342900">
              <a:buFont typeface="+mj-lt"/>
              <a:buAutoNum type="arabicPeriod" startAt="4"/>
            </a:pPr>
            <a:r>
              <a:rPr lang="zh-TW" altLang="en-US" dirty="0" smtClean="0"/>
              <a:t>網</a:t>
            </a:r>
            <a:r>
              <a:rPr lang="zh-TW" altLang="en-US" dirty="0"/>
              <a:t>格搜索後的結果主要有</a:t>
            </a:r>
            <a:r>
              <a:rPr lang="en-US" altLang="zh-TW" dirty="0"/>
              <a:t>3 </a:t>
            </a:r>
            <a:r>
              <a:rPr lang="zh-TW" altLang="en-US" dirty="0"/>
              <a:t>個：</a:t>
            </a:r>
          </a:p>
          <a:p>
            <a:pPr marL="702900" lvl="4">
              <a:spcBef>
                <a:spcPts val="0"/>
              </a:spcBef>
              <a:buFont typeface="Wingdings" panose="05000000000000000000" pitchFamily="2" charset="2"/>
              <a:buChar char="n"/>
            </a:pPr>
            <a:r>
              <a:rPr lang="en-US" altLang="zh-TW" dirty="0" err="1" smtClean="0"/>
              <a:t>best_score</a:t>
            </a:r>
            <a:r>
              <a:rPr lang="en-US" altLang="zh-TW" dirty="0"/>
              <a:t>_</a:t>
            </a:r>
            <a:r>
              <a:rPr lang="zh-TW" altLang="en-US" dirty="0"/>
              <a:t>：交叉驗證中最佳準確率。</a:t>
            </a:r>
          </a:p>
          <a:p>
            <a:pPr marL="702900" lvl="4">
              <a:spcBef>
                <a:spcPts val="0"/>
              </a:spcBef>
              <a:buFont typeface="Wingdings" panose="05000000000000000000" pitchFamily="2" charset="2"/>
              <a:buChar char="n"/>
            </a:pPr>
            <a:r>
              <a:rPr lang="en-US" altLang="zh-TW" dirty="0" err="1" smtClean="0"/>
              <a:t>best_estimator</a:t>
            </a:r>
            <a:r>
              <a:rPr lang="en-US" altLang="zh-TW" dirty="0"/>
              <a:t>_</a:t>
            </a:r>
            <a:r>
              <a:rPr lang="zh-TW" altLang="en-US" dirty="0"/>
              <a:t>：最佳參數組合。</a:t>
            </a:r>
          </a:p>
          <a:p>
            <a:pPr marL="702900" lvl="4">
              <a:spcBef>
                <a:spcPts val="0"/>
              </a:spcBef>
              <a:buFont typeface="Wingdings" panose="05000000000000000000" pitchFamily="2" charset="2"/>
              <a:buChar char="n"/>
            </a:pPr>
            <a:r>
              <a:rPr lang="en-US" altLang="zh-TW" dirty="0" err="1" smtClean="0"/>
              <a:t>cv_results</a:t>
            </a:r>
            <a:r>
              <a:rPr lang="en-US" altLang="zh-TW" dirty="0"/>
              <a:t>_</a:t>
            </a:r>
            <a:r>
              <a:rPr lang="zh-TW" altLang="en-US" dirty="0"/>
              <a:t>：每次交叉驗證準確率</a:t>
            </a:r>
            <a:r>
              <a:rPr lang="zh-TW" altLang="en-US" dirty="0" smtClean="0"/>
              <a:t>。</a:t>
            </a:r>
            <a:endParaRPr lang="en-US" altLang="zh-TW" dirty="0" smtClean="0"/>
          </a:p>
          <a:p>
            <a:pPr lvl="3"/>
            <a:r>
              <a:rPr lang="zh-TW" altLang="en-US" dirty="0" smtClean="0"/>
              <a:t>在</a:t>
            </a:r>
            <a:r>
              <a:rPr lang="zh-TW" altLang="en-US" dirty="0"/>
              <a:t>結果中看到交叉驗證中最佳準確率為</a:t>
            </a:r>
            <a:r>
              <a:rPr lang="en-US" altLang="zh-TW" dirty="0"/>
              <a:t>0.93275</a:t>
            </a:r>
            <a:r>
              <a:rPr lang="zh-TW" altLang="en-US" dirty="0"/>
              <a:t>，最佳參數組合為</a:t>
            </a:r>
            <a:r>
              <a:rPr lang="en-US" altLang="zh-TW" dirty="0"/>
              <a:t>(</a:t>
            </a:r>
            <a:r>
              <a:rPr lang="en-US" altLang="zh-TW" dirty="0" err="1" smtClean="0"/>
              <a:t>n_neighbors</a:t>
            </a:r>
            <a:r>
              <a:rPr lang="en-US" altLang="zh-TW" dirty="0" smtClean="0"/>
              <a:t>=3,weights</a:t>
            </a:r>
            <a:r>
              <a:rPr lang="en-US" altLang="zh-TW" dirty="0"/>
              <a:t>='distance')</a:t>
            </a:r>
            <a:r>
              <a:rPr lang="zh-TW" altLang="en-US" dirty="0"/>
              <a:t>。找到最佳參數組合後，可使用此參數對測試資料進行測試</a:t>
            </a:r>
            <a:r>
              <a:rPr lang="zh-TW" altLang="en-US" dirty="0" smtClean="0"/>
              <a:t>：</a:t>
            </a:r>
            <a:endParaRPr lang="en-US" altLang="zh-TW" dirty="0" smtClean="0"/>
          </a:p>
          <a:p>
            <a:pPr lvl="3"/>
            <a:endParaRPr lang="en-US" altLang="zh-TW" dirty="0"/>
          </a:p>
          <a:p>
            <a:pPr lvl="3"/>
            <a:endParaRPr lang="en-US" altLang="zh-TW" dirty="0" smtClean="0"/>
          </a:p>
          <a:p>
            <a:pPr lvl="3">
              <a:spcBef>
                <a:spcPts val="0"/>
              </a:spcBef>
            </a:pPr>
            <a:endParaRPr lang="en-US" altLang="zh-TW" dirty="0"/>
          </a:p>
          <a:p>
            <a:pPr lvl="3"/>
            <a:r>
              <a:rPr lang="zh-TW" altLang="en-US" dirty="0"/>
              <a:t>執行結果準確率為</a:t>
            </a:r>
            <a:r>
              <a:rPr lang="en-US" altLang="zh-TW" dirty="0"/>
              <a:t>0.949</a:t>
            </a:r>
            <a:r>
              <a:rPr lang="zh-TW" altLang="en-US" dirty="0"/>
              <a:t>，可見準確率已有顯著提昇。</a:t>
            </a:r>
            <a:endParaRPr lang="en-US" altLang="zh-TW" dirty="0"/>
          </a:p>
          <a:p>
            <a:pPr lvl="3"/>
            <a:endParaRPr lang="zh-TW" altLang="en-US" dirty="0"/>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7870" y="1124744"/>
            <a:ext cx="5330354" cy="53978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26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7624" y="4293096"/>
            <a:ext cx="4853533" cy="113197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58096873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sz="quarter" idx="10"/>
          </p:nvPr>
        </p:nvSpPr>
        <p:spPr/>
        <p:txBody>
          <a:bodyPr/>
          <a:lstStyle/>
          <a:p>
            <a:pPr lvl="1"/>
            <a:r>
              <a:rPr lang="en-US" altLang="zh-TW" dirty="0"/>
              <a:t>8.2.5 </a:t>
            </a:r>
            <a:r>
              <a:rPr lang="zh-TW" altLang="en-US" dirty="0"/>
              <a:t>模型儲存與</a:t>
            </a:r>
            <a:r>
              <a:rPr lang="zh-TW" altLang="en-US" dirty="0" smtClean="0"/>
              <a:t>讀取</a:t>
            </a:r>
            <a:endParaRPr lang="en-US" altLang="zh-TW" dirty="0" smtClean="0"/>
          </a:p>
          <a:p>
            <a:pPr lvl="4"/>
            <a:r>
              <a:rPr lang="zh-TW" altLang="en-US" dirty="0"/>
              <a:t>儲存及讀取的模組為</a:t>
            </a:r>
            <a:r>
              <a:rPr lang="en-US" altLang="zh-TW" dirty="0" err="1"/>
              <a:t>joblib</a:t>
            </a:r>
            <a:r>
              <a:rPr lang="zh-TW" altLang="en-US" dirty="0"/>
              <a:t>，此模組</a:t>
            </a:r>
            <a:r>
              <a:rPr lang="en-US" altLang="zh-TW" dirty="0" err="1"/>
              <a:t>Colab</a:t>
            </a:r>
            <a:r>
              <a:rPr lang="en-US" altLang="zh-TW" dirty="0"/>
              <a:t> </a:t>
            </a:r>
            <a:r>
              <a:rPr lang="zh-TW" altLang="en-US" dirty="0"/>
              <a:t>預設已安裝，只需載入即可</a:t>
            </a:r>
            <a:r>
              <a:rPr lang="zh-TW" altLang="en-US" dirty="0" smtClean="0"/>
              <a:t>：</a:t>
            </a:r>
            <a:endParaRPr lang="en-US" altLang="zh-TW" dirty="0" smtClean="0"/>
          </a:p>
          <a:p>
            <a:pPr lvl="4"/>
            <a:endParaRPr lang="en-US" altLang="zh-TW" dirty="0"/>
          </a:p>
          <a:p>
            <a:pPr lvl="4"/>
            <a:r>
              <a:rPr lang="zh-TW" altLang="en-US" dirty="0"/>
              <a:t>使用</a:t>
            </a:r>
            <a:r>
              <a:rPr lang="en-US" altLang="zh-TW" dirty="0" err="1"/>
              <a:t>joblib</a:t>
            </a:r>
            <a:r>
              <a:rPr lang="en-US" altLang="zh-TW" dirty="0"/>
              <a:t> </a:t>
            </a:r>
            <a:r>
              <a:rPr lang="zh-TW" altLang="en-US" dirty="0"/>
              <a:t>的</a:t>
            </a:r>
            <a:r>
              <a:rPr lang="en-US" altLang="zh-TW" dirty="0"/>
              <a:t>dump </a:t>
            </a:r>
            <a:r>
              <a:rPr lang="zh-TW" altLang="en-US" dirty="0"/>
              <a:t>方法就可儲存模型，語法為</a:t>
            </a:r>
            <a:r>
              <a:rPr lang="zh-TW" altLang="en-US" dirty="0" smtClean="0"/>
              <a:t>：</a:t>
            </a:r>
            <a:endParaRPr lang="en-US" altLang="zh-TW" dirty="0" smtClean="0"/>
          </a:p>
          <a:p>
            <a:pPr lvl="4"/>
            <a:endParaRPr lang="en-US" altLang="zh-TW" dirty="0"/>
          </a:p>
          <a:p>
            <a:pPr lvl="4"/>
            <a:r>
              <a:rPr lang="zh-TW" altLang="en-US" dirty="0"/>
              <a:t>讀取模型則使用</a:t>
            </a:r>
            <a:r>
              <a:rPr lang="en-US" altLang="zh-TW" dirty="0" err="1"/>
              <a:t>joblib</a:t>
            </a:r>
            <a:r>
              <a:rPr lang="en-US" altLang="zh-TW" dirty="0"/>
              <a:t> </a:t>
            </a:r>
            <a:r>
              <a:rPr lang="zh-TW" altLang="en-US" dirty="0"/>
              <a:t>的</a:t>
            </a:r>
            <a:r>
              <a:rPr lang="en-US" altLang="zh-TW" dirty="0"/>
              <a:t>load </a:t>
            </a:r>
            <a:r>
              <a:rPr lang="zh-TW" altLang="en-US" dirty="0"/>
              <a:t>方法，語法為：</a:t>
            </a:r>
            <a:endParaRPr lang="en-US" altLang="zh-TW" dirty="0" smtClean="0"/>
          </a:p>
          <a:p>
            <a:pPr lvl="4"/>
            <a:endParaRPr lang="zh-TW" altLang="en-US" dirty="0"/>
          </a:p>
        </p:txBody>
      </p:sp>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600" y="1556792"/>
            <a:ext cx="5402362" cy="5166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229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1600" y="2420888"/>
            <a:ext cx="5417559" cy="5166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229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2608" y="3284984"/>
            <a:ext cx="5417559" cy="5242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24824371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722313" y="4876800"/>
            <a:ext cx="7772400" cy="892175"/>
          </a:xfrm>
        </p:spPr>
        <p:txBody>
          <a:bodyPr/>
          <a:lstStyle/>
          <a:p>
            <a:pPr algn="ctr">
              <a:defRPr/>
            </a:pPr>
            <a:r>
              <a:rPr lang="zh-TW" altLang="en-US" dirty="0" smtClean="0">
                <a:latin typeface="標楷體" panose="03000509000000000000" pitchFamily="65" charset="-120"/>
                <a:ea typeface="標楷體" panose="03000509000000000000" pitchFamily="65" charset="-120"/>
                <a:cs typeface="+mj-cs"/>
              </a:rPr>
              <a:t>報告人</a:t>
            </a:r>
            <a:r>
              <a:rPr lang="en-US" altLang="zh-TW" dirty="0" smtClean="0">
                <a:latin typeface="標楷體" panose="03000509000000000000" pitchFamily="65" charset="-120"/>
                <a:ea typeface="標楷體" panose="03000509000000000000" pitchFamily="65" charset="-120"/>
                <a:cs typeface="+mj-cs"/>
              </a:rPr>
              <a:t>:</a:t>
            </a:r>
            <a:r>
              <a:rPr lang="zh-TW" altLang="en-US" dirty="0" smtClean="0">
                <a:latin typeface="標楷體" panose="03000509000000000000" pitchFamily="65" charset="-120"/>
                <a:ea typeface="標楷體" panose="03000509000000000000" pitchFamily="65" charset="-120"/>
                <a:cs typeface="+mj-cs"/>
              </a:rPr>
              <a:t>吳志成</a:t>
            </a:r>
            <a:endParaRPr lang="zh-TW" altLang="en-US" dirty="0">
              <a:latin typeface="標楷體" panose="03000509000000000000" pitchFamily="65" charset="-120"/>
              <a:ea typeface="標楷體" panose="03000509000000000000" pitchFamily="65" charset="-120"/>
              <a:cs typeface="+mj-cs"/>
            </a:endParaRPr>
          </a:p>
        </p:txBody>
      </p:sp>
      <p:sp>
        <p:nvSpPr>
          <p:cNvPr id="4099" name="文字版面配置區 2"/>
          <p:cNvSpPr>
            <a:spLocks noGrp="1"/>
          </p:cNvSpPr>
          <p:nvPr>
            <p:ph type="body" idx="1"/>
          </p:nvPr>
        </p:nvSpPr>
        <p:spPr>
          <a:xfrm>
            <a:off x="341313" y="1143000"/>
            <a:ext cx="8534400" cy="2895600"/>
          </a:xfrm>
        </p:spPr>
        <p:txBody>
          <a:bodyPr/>
          <a:lstStyle/>
          <a:p>
            <a:pPr algn="ctr"/>
            <a:r>
              <a:rPr lang="zh-TW" altLang="en-US" sz="5400" dirty="0" smtClean="0">
                <a:solidFill>
                  <a:srgbClr val="FF0000"/>
                </a:solidFill>
                <a:latin typeface="標楷體" panose="03000509000000000000" pitchFamily="65" charset="-120"/>
                <a:ea typeface="標楷體" panose="03000509000000000000" pitchFamily="65" charset="-120"/>
              </a:rPr>
              <a:t>補充說明</a:t>
            </a:r>
            <a:r>
              <a:rPr lang="en-US" altLang="zh-TW" sz="5400" dirty="0" smtClean="0">
                <a:solidFill>
                  <a:srgbClr val="FF0000"/>
                </a:solidFill>
                <a:latin typeface="標楷體" panose="03000509000000000000" pitchFamily="65" charset="-120"/>
                <a:ea typeface="標楷體" panose="03000509000000000000" pitchFamily="65" charset="-120"/>
              </a:rPr>
              <a:t>:</a:t>
            </a:r>
            <a:br>
              <a:rPr lang="en-US" altLang="zh-TW" sz="5400" dirty="0" smtClean="0">
                <a:solidFill>
                  <a:srgbClr val="FF0000"/>
                </a:solidFill>
                <a:latin typeface="標楷體" panose="03000509000000000000" pitchFamily="65" charset="-120"/>
                <a:ea typeface="標楷體" panose="03000509000000000000" pitchFamily="65" charset="-120"/>
              </a:rPr>
            </a:br>
            <a:r>
              <a:rPr lang="zh-TW" altLang="en-US" sz="5400" dirty="0" smtClean="0">
                <a:solidFill>
                  <a:srgbClr val="0000FF"/>
                </a:solidFill>
                <a:latin typeface="標楷體" panose="03000509000000000000" pitchFamily="65" charset="-120"/>
                <a:ea typeface="標楷體" panose="03000509000000000000" pitchFamily="65" charset="-120"/>
              </a:rPr>
              <a:t>分類</a:t>
            </a:r>
            <a:r>
              <a:rPr lang="en-US" altLang="zh-TW" sz="5400" dirty="0" smtClean="0">
                <a:solidFill>
                  <a:srgbClr val="0000FF"/>
                </a:solidFill>
                <a:latin typeface="標楷體" panose="03000509000000000000" pitchFamily="65" charset="-120"/>
                <a:ea typeface="標楷體" panose="03000509000000000000" pitchFamily="65" charset="-120"/>
              </a:rPr>
              <a:t>Classification</a:t>
            </a:r>
          </a:p>
          <a:p>
            <a:pPr algn="ctr"/>
            <a:r>
              <a:rPr lang="zh-TW" altLang="en-US" sz="5400" dirty="0" smtClean="0">
                <a:solidFill>
                  <a:srgbClr val="0000FF"/>
                </a:solidFill>
                <a:latin typeface="標楷體" panose="03000509000000000000" pitchFamily="65" charset="-120"/>
                <a:ea typeface="標楷體" panose="03000509000000000000" pitchFamily="65" charset="-120"/>
              </a:rPr>
              <a:t>最近鄰居</a:t>
            </a:r>
          </a:p>
        </p:txBody>
      </p:sp>
    </p:spTree>
    <p:extLst>
      <p:ext uri="{BB962C8B-B14F-4D97-AF65-F5344CB8AC3E}">
        <p14:creationId xmlns:p14="http://schemas.microsoft.com/office/powerpoint/2010/main" val="2405105225"/>
      </p:ext>
    </p:extLst>
  </p:cSld>
  <p:clrMapOvr>
    <a:masterClrMapping/>
  </p:clrMapOvr>
  <p:transition spd="slow">
    <p:cut/>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標題 1"/>
          <p:cNvSpPr>
            <a:spLocks noGrp="1"/>
          </p:cNvSpPr>
          <p:nvPr>
            <p:ph type="title"/>
          </p:nvPr>
        </p:nvSpPr>
        <p:spPr>
          <a:xfrm>
            <a:off x="381000" y="76200"/>
            <a:ext cx="8382000" cy="1371600"/>
          </a:xfrm>
        </p:spPr>
        <p:txBody>
          <a:bodyPr/>
          <a:lstStyle/>
          <a:p>
            <a:r>
              <a:rPr lang="zh-TW" altLang="en-US" smtClean="0">
                <a:solidFill>
                  <a:srgbClr val="0000FF"/>
                </a:solidFill>
                <a:latin typeface="標楷體" panose="03000509000000000000" pitchFamily="65" charset="-120"/>
                <a:ea typeface="標楷體" panose="03000509000000000000" pitchFamily="65" charset="-120"/>
              </a:rPr>
              <a:t>分類</a:t>
            </a:r>
            <a:r>
              <a:rPr lang="en-US" altLang="zh-TW" smtClean="0">
                <a:solidFill>
                  <a:srgbClr val="0000FF"/>
                </a:solidFill>
                <a:latin typeface="標楷體" panose="03000509000000000000" pitchFamily="65" charset="-120"/>
                <a:ea typeface="標楷體" panose="03000509000000000000" pitchFamily="65" charset="-120"/>
              </a:rPr>
              <a:t>-</a:t>
            </a:r>
            <a:r>
              <a:rPr lang="zh-TW" altLang="en-US" smtClean="0">
                <a:solidFill>
                  <a:srgbClr val="0000FF"/>
                </a:solidFill>
                <a:latin typeface="標楷體" panose="03000509000000000000" pitchFamily="65" charset="-120"/>
                <a:ea typeface="標楷體" panose="03000509000000000000" pitchFamily="65" charset="-120"/>
              </a:rPr>
              <a:t>最近鄰居</a:t>
            </a:r>
            <a:r>
              <a:rPr lang="en-US" altLang="zh-TW" smtClean="0">
                <a:solidFill>
                  <a:srgbClr val="0000FF"/>
                </a:solidFill>
                <a:latin typeface="標楷體" panose="03000509000000000000" pitchFamily="65" charset="-120"/>
                <a:ea typeface="標楷體" panose="03000509000000000000" pitchFamily="65" charset="-120"/>
              </a:rPr>
              <a:t/>
            </a:r>
            <a:br>
              <a:rPr lang="en-US" altLang="zh-TW" smtClean="0">
                <a:solidFill>
                  <a:srgbClr val="0000FF"/>
                </a:solidFill>
                <a:latin typeface="標楷體" panose="03000509000000000000" pitchFamily="65" charset="-120"/>
                <a:ea typeface="標楷體" panose="03000509000000000000" pitchFamily="65" charset="-120"/>
              </a:rPr>
            </a:br>
            <a:r>
              <a:rPr lang="en-US" altLang="zh-TW" sz="2800" smtClean="0">
                <a:solidFill>
                  <a:srgbClr val="0000FF"/>
                </a:solidFill>
                <a:latin typeface="標楷體" panose="03000509000000000000" pitchFamily="65" charset="-120"/>
                <a:ea typeface="標楷體" panose="03000509000000000000" pitchFamily="65" charset="-120"/>
              </a:rPr>
              <a:t>Classification:K-Nearest-Neighbor</a:t>
            </a:r>
            <a:endParaRPr lang="zh-TW" altLang="en-US" sz="2800" smtClean="0">
              <a:solidFill>
                <a:srgbClr val="0000FF"/>
              </a:solidFill>
              <a:latin typeface="標楷體" panose="03000509000000000000" pitchFamily="65" charset="-120"/>
              <a:ea typeface="標楷體" panose="03000509000000000000" pitchFamily="65" charset="-120"/>
            </a:endParaRPr>
          </a:p>
        </p:txBody>
      </p:sp>
      <p:sp>
        <p:nvSpPr>
          <p:cNvPr id="5123" name="內容版面配置區 2"/>
          <p:cNvSpPr>
            <a:spLocks noGrp="1"/>
          </p:cNvSpPr>
          <p:nvPr>
            <p:ph idx="1"/>
          </p:nvPr>
        </p:nvSpPr>
        <p:spPr>
          <a:xfrm>
            <a:off x="304800" y="1676400"/>
            <a:ext cx="8610600" cy="4572000"/>
          </a:xfrm>
        </p:spPr>
        <p:txBody>
          <a:bodyPr/>
          <a:lstStyle/>
          <a:p>
            <a:r>
              <a:rPr lang="en-US" altLang="zh-TW" dirty="0" smtClean="0">
                <a:solidFill>
                  <a:srgbClr val="FF0000"/>
                </a:solidFill>
                <a:latin typeface="標楷體" panose="03000509000000000000" pitchFamily="65" charset="-120"/>
                <a:ea typeface="標楷體" panose="03000509000000000000" pitchFamily="65" charset="-120"/>
              </a:rPr>
              <a:t>Part A:</a:t>
            </a:r>
            <a:r>
              <a:rPr lang="zh-TW" altLang="en-US" dirty="0" smtClean="0">
                <a:solidFill>
                  <a:srgbClr val="FF0000"/>
                </a:solidFill>
                <a:latin typeface="標楷體" panose="03000509000000000000" pitchFamily="65" charset="-120"/>
                <a:ea typeface="標楷體" panose="03000509000000000000" pitchFamily="65" charset="-120"/>
              </a:rPr>
              <a:t>最近鄰居</a:t>
            </a:r>
            <a:r>
              <a:rPr lang="en-US" altLang="zh-TW" dirty="0" smtClean="0">
                <a:solidFill>
                  <a:srgbClr val="FF0000"/>
                </a:solidFill>
                <a:latin typeface="標楷體" panose="03000509000000000000" pitchFamily="65" charset="-120"/>
                <a:ea typeface="標楷體" panose="03000509000000000000" pitchFamily="65" charset="-120"/>
              </a:rPr>
              <a:t>-K-Nearest-Neighbor</a:t>
            </a:r>
          </a:p>
          <a:p>
            <a:endParaRPr lang="en-US" altLang="zh-TW" b="1" dirty="0" smtClean="0">
              <a:solidFill>
                <a:srgbClr val="0000FF"/>
              </a:solidFill>
              <a:latin typeface="標楷體" panose="03000509000000000000" pitchFamily="65" charset="-120"/>
              <a:ea typeface="標楷體" panose="03000509000000000000" pitchFamily="65" charset="-120"/>
            </a:endParaRPr>
          </a:p>
          <a:p>
            <a:r>
              <a:rPr lang="zh-TW" altLang="en-US" b="1" dirty="0" smtClean="0">
                <a:solidFill>
                  <a:srgbClr val="0000FF"/>
                </a:solidFill>
                <a:latin typeface="標楷體" panose="03000509000000000000" pitchFamily="65" charset="-120"/>
                <a:ea typeface="標楷體" panose="03000509000000000000" pitchFamily="65" charset="-120"/>
              </a:rPr>
              <a:t>模型建立</a:t>
            </a:r>
          </a:p>
          <a:p>
            <a:r>
              <a:rPr lang="zh-TW" altLang="en-US" sz="2400" dirty="0" smtClean="0">
                <a:latin typeface="標楷體" panose="03000509000000000000" pitchFamily="65" charset="-120"/>
                <a:ea typeface="標楷體" panose="03000509000000000000" pitchFamily="65" charset="-120"/>
              </a:rPr>
              <a:t>步驟</a:t>
            </a:r>
            <a:r>
              <a:rPr lang="en-US" altLang="zh-TW" sz="2400" dirty="0" smtClean="0">
                <a:latin typeface="標楷體" panose="03000509000000000000" pitchFamily="65" charset="-120"/>
                <a:ea typeface="標楷體" panose="03000509000000000000" pitchFamily="65" charset="-120"/>
              </a:rPr>
              <a:t>1</a:t>
            </a:r>
            <a:r>
              <a:rPr lang="zh-TW" altLang="en-US" sz="2400" dirty="0" smtClean="0">
                <a:latin typeface="標楷體" panose="03000509000000000000" pitchFamily="65" charset="-120"/>
                <a:ea typeface="標楷體" panose="03000509000000000000" pitchFamily="65" charset="-120"/>
              </a:rPr>
              <a:t>：對變數進行變換處理（例如：資料正規化變換）</a:t>
            </a:r>
          </a:p>
          <a:p>
            <a:r>
              <a:rPr lang="zh-TW" altLang="en-US" sz="2400" dirty="0" smtClean="0">
                <a:latin typeface="標楷體" panose="03000509000000000000" pitchFamily="65" charset="-120"/>
                <a:ea typeface="標楷體" panose="03000509000000000000" pitchFamily="65" charset="-120"/>
              </a:rPr>
              <a:t>步驟</a:t>
            </a:r>
            <a:r>
              <a:rPr lang="en-US" altLang="zh-TW" sz="2400" dirty="0" smtClean="0">
                <a:latin typeface="標楷體" panose="03000509000000000000" pitchFamily="65" charset="-120"/>
                <a:ea typeface="標楷體" panose="03000509000000000000" pitchFamily="65" charset="-120"/>
              </a:rPr>
              <a:t>2</a:t>
            </a:r>
            <a:r>
              <a:rPr lang="zh-TW" altLang="en-US" sz="2400" dirty="0" smtClean="0">
                <a:latin typeface="標楷體" panose="03000509000000000000" pitchFamily="65" charset="-120"/>
                <a:ea typeface="標楷體" panose="03000509000000000000" pitchFamily="65" charset="-120"/>
              </a:rPr>
              <a:t>：決定分類時所參考的</a:t>
            </a:r>
            <a:r>
              <a:rPr lang="zh-TW" altLang="en-US" sz="2400" dirty="0" smtClean="0">
                <a:solidFill>
                  <a:srgbClr val="0000FF"/>
                </a:solidFill>
                <a:latin typeface="標楷體" panose="03000509000000000000" pitchFamily="65" charset="-120"/>
                <a:ea typeface="標楷體" panose="03000509000000000000" pitchFamily="65" charset="-120"/>
              </a:rPr>
              <a:t>最近鄰居數目</a:t>
            </a:r>
            <a:r>
              <a:rPr lang="en-US" altLang="zh-TW" sz="2400" dirty="0" smtClean="0">
                <a:solidFill>
                  <a:srgbClr val="0000FF"/>
                </a:solidFill>
                <a:latin typeface="標楷體" panose="03000509000000000000" pitchFamily="65" charset="-120"/>
                <a:ea typeface="標楷體" panose="03000509000000000000" pitchFamily="65" charset="-120"/>
              </a:rPr>
              <a:t>k</a:t>
            </a:r>
          </a:p>
          <a:p>
            <a:r>
              <a:rPr lang="zh-TW" altLang="en-US" sz="2400" dirty="0" smtClean="0">
                <a:latin typeface="標楷體" panose="03000509000000000000" pitchFamily="65" charset="-120"/>
                <a:ea typeface="標楷體" panose="03000509000000000000" pitchFamily="65" charset="-120"/>
              </a:rPr>
              <a:t>步驟</a:t>
            </a:r>
            <a:r>
              <a:rPr lang="en-US" altLang="zh-TW" sz="2400" dirty="0" smtClean="0">
                <a:latin typeface="標楷體" panose="03000509000000000000" pitchFamily="65" charset="-120"/>
                <a:ea typeface="標楷體" panose="03000509000000000000" pitchFamily="65" charset="-120"/>
              </a:rPr>
              <a:t>3</a:t>
            </a:r>
            <a:r>
              <a:rPr lang="zh-TW" altLang="en-US" sz="2400" dirty="0" smtClean="0">
                <a:latin typeface="標楷體" panose="03000509000000000000" pitchFamily="65" charset="-120"/>
                <a:ea typeface="標楷體" panose="03000509000000000000" pitchFamily="65" charset="-120"/>
              </a:rPr>
              <a:t>：</a:t>
            </a:r>
            <a:r>
              <a:rPr lang="zh-TW" altLang="en-US" sz="2400" dirty="0" smtClean="0">
                <a:solidFill>
                  <a:srgbClr val="FF0000"/>
                </a:solidFill>
                <a:latin typeface="標楷體" panose="03000509000000000000" pitchFamily="65" charset="-120"/>
                <a:ea typeface="標楷體" panose="03000509000000000000" pitchFamily="65" charset="-120"/>
              </a:rPr>
              <a:t>計算未知分類的樣本對已知分類的樣本之距離</a:t>
            </a:r>
          </a:p>
          <a:p>
            <a:r>
              <a:rPr lang="zh-TW" altLang="en-US" sz="2400" dirty="0" smtClean="0">
                <a:latin typeface="標楷體" panose="03000509000000000000" pitchFamily="65" charset="-120"/>
                <a:ea typeface="標楷體" panose="03000509000000000000" pitchFamily="65" charset="-120"/>
              </a:rPr>
              <a:t>步驟</a:t>
            </a:r>
            <a:r>
              <a:rPr lang="en-US" altLang="zh-TW" sz="2400" dirty="0" smtClean="0">
                <a:latin typeface="標楷體" panose="03000509000000000000" pitchFamily="65" charset="-120"/>
                <a:ea typeface="標楷體" panose="03000509000000000000" pitchFamily="65" charset="-120"/>
              </a:rPr>
              <a:t>4</a:t>
            </a:r>
            <a:r>
              <a:rPr lang="zh-TW" altLang="en-US" sz="2400" dirty="0" smtClean="0">
                <a:latin typeface="標楷體" panose="03000509000000000000" pitchFamily="65" charset="-120"/>
                <a:ea typeface="標楷體" panose="03000509000000000000" pitchFamily="65" charset="-120"/>
              </a:rPr>
              <a:t>：</a:t>
            </a:r>
            <a:r>
              <a:rPr lang="zh-TW" altLang="en-US" sz="2400" dirty="0" smtClean="0">
                <a:solidFill>
                  <a:srgbClr val="0000FF"/>
                </a:solidFill>
                <a:latin typeface="標楷體" panose="03000509000000000000" pitchFamily="65" charset="-120"/>
                <a:ea typeface="標楷體" panose="03000509000000000000" pitchFamily="65" charset="-120"/>
              </a:rPr>
              <a:t>找出</a:t>
            </a:r>
            <a:r>
              <a:rPr lang="en-US" altLang="zh-TW" sz="2400" dirty="0" smtClean="0">
                <a:solidFill>
                  <a:srgbClr val="0000FF"/>
                </a:solidFill>
                <a:latin typeface="標楷體" panose="03000509000000000000" pitchFamily="65" charset="-120"/>
                <a:ea typeface="標楷體" panose="03000509000000000000" pitchFamily="65" charset="-120"/>
              </a:rPr>
              <a:t>k </a:t>
            </a:r>
            <a:r>
              <a:rPr lang="zh-TW" altLang="en-US" sz="2400" dirty="0" smtClean="0">
                <a:solidFill>
                  <a:srgbClr val="0000FF"/>
                </a:solidFill>
                <a:latin typeface="標楷體" panose="03000509000000000000" pitchFamily="65" charset="-120"/>
                <a:ea typeface="標楷體" panose="03000509000000000000" pitchFamily="65" charset="-120"/>
              </a:rPr>
              <a:t>個距離最短</a:t>
            </a:r>
            <a:r>
              <a:rPr lang="zh-TW" altLang="en-US" sz="2400" dirty="0" smtClean="0">
                <a:latin typeface="標楷體" panose="03000509000000000000" pitchFamily="65" charset="-120"/>
                <a:ea typeface="標楷體" panose="03000509000000000000" pitchFamily="65" charset="-120"/>
              </a:rPr>
              <a:t>的已知分類的樣本，</a:t>
            </a:r>
            <a:r>
              <a:rPr lang="zh-TW" altLang="en-US" sz="2400" dirty="0" smtClean="0">
                <a:solidFill>
                  <a:srgbClr val="0000FF"/>
                </a:solidFill>
                <a:latin typeface="標楷體" panose="03000509000000000000" pitchFamily="65" charset="-120"/>
                <a:ea typeface="標楷體" panose="03000509000000000000" pitchFamily="65" charset="-120"/>
              </a:rPr>
              <a:t>以擁有最多樣本的分類為未知分類的樣本之預測分類</a:t>
            </a:r>
          </a:p>
        </p:txBody>
      </p:sp>
    </p:spTree>
    <p:extLst>
      <p:ext uri="{BB962C8B-B14F-4D97-AF65-F5344CB8AC3E}">
        <p14:creationId xmlns:p14="http://schemas.microsoft.com/office/powerpoint/2010/main" val="1755282835"/>
      </p:ext>
    </p:extLst>
  </p:cSld>
  <p:clrMapOvr>
    <a:masterClrMapping/>
  </p:clrMapOvr>
  <p:transition spd="slow">
    <p:cut/>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標題 1"/>
          <p:cNvSpPr>
            <a:spLocks noGrp="1"/>
          </p:cNvSpPr>
          <p:nvPr>
            <p:ph type="title"/>
          </p:nvPr>
        </p:nvSpPr>
        <p:spPr/>
        <p:txBody>
          <a:bodyPr/>
          <a:lstStyle/>
          <a:p>
            <a:r>
              <a:rPr lang="zh-TW" altLang="en-US" smtClean="0">
                <a:solidFill>
                  <a:srgbClr val="0000FF"/>
                </a:solidFill>
                <a:latin typeface="標楷體" panose="03000509000000000000" pitchFamily="65" charset="-120"/>
                <a:ea typeface="標楷體" panose="03000509000000000000" pitchFamily="65" charset="-120"/>
              </a:rPr>
              <a:t>分群</a:t>
            </a:r>
            <a:r>
              <a:rPr lang="en-US" altLang="zh-TW" smtClean="0">
                <a:solidFill>
                  <a:srgbClr val="0000FF"/>
                </a:solidFill>
                <a:latin typeface="標楷體" panose="03000509000000000000" pitchFamily="65" charset="-120"/>
                <a:ea typeface="標楷體" panose="03000509000000000000" pitchFamily="65" charset="-120"/>
              </a:rPr>
              <a:t>&amp;</a:t>
            </a:r>
            <a:r>
              <a:rPr lang="zh-TW" altLang="en-US" smtClean="0">
                <a:solidFill>
                  <a:srgbClr val="0000FF"/>
                </a:solidFill>
                <a:latin typeface="標楷體" panose="03000509000000000000" pitchFamily="65" charset="-120"/>
                <a:ea typeface="標楷體" panose="03000509000000000000" pitchFamily="65" charset="-120"/>
              </a:rPr>
              <a:t>分類資料來源差異</a:t>
            </a:r>
            <a:r>
              <a:rPr lang="en-US" altLang="zh-TW" smtClean="0">
                <a:solidFill>
                  <a:srgbClr val="0000FF"/>
                </a:solidFill>
                <a:latin typeface="標楷體" panose="03000509000000000000" pitchFamily="65" charset="-120"/>
                <a:ea typeface="標楷體" panose="03000509000000000000" pitchFamily="65" charset="-120"/>
              </a:rPr>
              <a:t>?</a:t>
            </a:r>
            <a:endParaRPr lang="zh-TW" altLang="en-US" smtClean="0">
              <a:solidFill>
                <a:srgbClr val="0000FF"/>
              </a:solidFill>
              <a:latin typeface="標楷體" panose="03000509000000000000" pitchFamily="65" charset="-120"/>
              <a:ea typeface="標楷體" panose="03000509000000000000" pitchFamily="65" charset="-120"/>
            </a:endParaRPr>
          </a:p>
        </p:txBody>
      </p:sp>
      <p:sp>
        <p:nvSpPr>
          <p:cNvPr id="6147" name="內容版面配置區 2"/>
          <p:cNvSpPr>
            <a:spLocks noGrp="1"/>
          </p:cNvSpPr>
          <p:nvPr>
            <p:ph sz="half" idx="1"/>
          </p:nvPr>
        </p:nvSpPr>
        <p:spPr/>
        <p:txBody>
          <a:bodyPr/>
          <a:lstStyle/>
          <a:p>
            <a:r>
              <a:rPr lang="zh-TW" altLang="en-US" smtClean="0">
                <a:latin typeface="標楷體" panose="03000509000000000000" pitchFamily="65" charset="-120"/>
                <a:ea typeface="標楷體" panose="03000509000000000000" pitchFamily="65" charset="-120"/>
              </a:rPr>
              <a:t>分</a:t>
            </a:r>
            <a:r>
              <a:rPr lang="zh-TW" altLang="en-US" smtClean="0">
                <a:solidFill>
                  <a:srgbClr val="FF0000"/>
                </a:solidFill>
                <a:latin typeface="標楷體" panose="03000509000000000000" pitchFamily="65" charset="-120"/>
                <a:ea typeface="標楷體" panose="03000509000000000000" pitchFamily="65" charset="-120"/>
              </a:rPr>
              <a:t>群</a:t>
            </a:r>
            <a:r>
              <a:rPr lang="zh-TW" altLang="en-US" smtClean="0">
                <a:latin typeface="標楷體" panose="03000509000000000000" pitchFamily="65" charset="-120"/>
                <a:ea typeface="標楷體" panose="03000509000000000000" pitchFamily="65" charset="-120"/>
              </a:rPr>
              <a:t>的資料來源</a:t>
            </a:r>
          </a:p>
        </p:txBody>
      </p:sp>
      <p:sp>
        <p:nvSpPr>
          <p:cNvPr id="6148" name="內容版面配置區 3"/>
          <p:cNvSpPr>
            <a:spLocks noGrp="1"/>
          </p:cNvSpPr>
          <p:nvPr>
            <p:ph sz="half" idx="2"/>
          </p:nvPr>
        </p:nvSpPr>
        <p:spPr/>
        <p:txBody>
          <a:bodyPr/>
          <a:lstStyle/>
          <a:p>
            <a:r>
              <a:rPr lang="zh-TW" altLang="en-US" smtClean="0">
                <a:latin typeface="標楷體" panose="03000509000000000000" pitchFamily="65" charset="-120"/>
                <a:ea typeface="標楷體" panose="03000509000000000000" pitchFamily="65" charset="-120"/>
              </a:rPr>
              <a:t>分</a:t>
            </a:r>
            <a:r>
              <a:rPr lang="zh-TW" altLang="en-US" smtClean="0">
                <a:solidFill>
                  <a:srgbClr val="FF0000"/>
                </a:solidFill>
                <a:latin typeface="標楷體" panose="03000509000000000000" pitchFamily="65" charset="-120"/>
                <a:ea typeface="標楷體" panose="03000509000000000000" pitchFamily="65" charset="-120"/>
              </a:rPr>
              <a:t>類</a:t>
            </a:r>
            <a:r>
              <a:rPr lang="zh-TW" altLang="en-US" smtClean="0">
                <a:latin typeface="標楷體" panose="03000509000000000000" pitchFamily="65" charset="-120"/>
                <a:ea typeface="標楷體" panose="03000509000000000000" pitchFamily="65" charset="-120"/>
              </a:rPr>
              <a:t>的資料來源</a:t>
            </a:r>
          </a:p>
        </p:txBody>
      </p:sp>
      <p:pic>
        <p:nvPicPr>
          <p:cNvPr id="6149" name="圖片 7"/>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410200" y="1828800"/>
            <a:ext cx="22606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50" name="圖片 8"/>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89038" y="1828800"/>
            <a:ext cx="1909762"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7086600" y="1828800"/>
            <a:ext cx="584200" cy="48006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TW" altLang="en-US" sz="1800" b="0" i="0" u="none" strike="noStrike" kern="1200" cap="none" spc="0" normalizeH="0" baseline="0" noProof="0">
              <a:ln>
                <a:noFill/>
              </a:ln>
              <a:solidFill>
                <a:srgbClr val="FFFFFF"/>
              </a:solidFill>
              <a:effectLst/>
              <a:uLnTx/>
              <a:uFillTx/>
              <a:latin typeface="Arial"/>
              <a:ea typeface="宋体"/>
              <a:cs typeface="+mn-cs"/>
            </a:endParaRPr>
          </a:p>
        </p:txBody>
      </p:sp>
      <p:sp>
        <p:nvSpPr>
          <p:cNvPr id="3" name="矩形 2"/>
          <p:cNvSpPr/>
          <p:nvPr/>
        </p:nvSpPr>
        <p:spPr>
          <a:xfrm>
            <a:off x="3429000" y="3048000"/>
            <a:ext cx="1752600" cy="1752600"/>
          </a:xfrm>
          <a:prstGeom prst="rect">
            <a:avLst/>
          </a:prstGeom>
          <a:solidFill>
            <a:srgbClr val="0000FF"/>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TW" altLang="en-US" sz="2000" b="0" i="0" u="none" strike="noStrike" kern="1200" cap="none" spc="0" normalizeH="0" baseline="0" noProof="0" dirty="0">
                <a:ln>
                  <a:noFill/>
                </a:ln>
                <a:solidFill>
                  <a:srgbClr val="FFFFFF"/>
                </a:solidFill>
                <a:effectLst/>
                <a:uLnTx/>
                <a:uFillTx/>
                <a:latin typeface="標楷體" panose="03000509000000000000" pitchFamily="65" charset="-120"/>
                <a:ea typeface="標楷體" panose="03000509000000000000" pitchFamily="65" charset="-120"/>
                <a:cs typeface="+mn-cs"/>
              </a:rPr>
              <a:t>差別</a:t>
            </a:r>
            <a:r>
              <a:rPr kumimoji="0" lang="en-US" altLang="zh-TW" sz="2000" b="0" i="0" u="none" strike="noStrike" kern="1200" cap="none" spc="0" normalizeH="0" baseline="0" noProof="0" dirty="0">
                <a:ln>
                  <a:noFill/>
                </a:ln>
                <a:solidFill>
                  <a:srgbClr val="FFFFFF"/>
                </a:solidFill>
                <a:effectLst/>
                <a:uLnTx/>
                <a:uFillTx/>
                <a:latin typeface="標楷體" panose="03000509000000000000" pitchFamily="65" charset="-120"/>
                <a:ea typeface="標楷體" panose="03000509000000000000" pitchFamily="65" charset="-120"/>
                <a:cs typeface="+mn-cs"/>
              </a:rPr>
              <a:t>: </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TW" altLang="en-US" sz="2000" b="0" i="0" u="none" strike="noStrike" kern="1200" cap="none" spc="0" normalizeH="0" baseline="0" noProof="0" dirty="0">
                <a:ln>
                  <a:noFill/>
                </a:ln>
                <a:solidFill>
                  <a:srgbClr val="FFFFFF"/>
                </a:solidFill>
                <a:effectLst/>
                <a:uLnTx/>
                <a:uFillTx/>
                <a:latin typeface="標楷體" panose="03000509000000000000" pitchFamily="65" charset="-120"/>
                <a:ea typeface="標楷體" panose="03000509000000000000" pitchFamily="65" charset="-120"/>
                <a:cs typeface="+mn-cs"/>
              </a:rPr>
              <a:t>分</a:t>
            </a:r>
            <a:r>
              <a:rPr kumimoji="0" lang="zh-TW" altLang="en-US" sz="2000" b="0" i="0" u="none" strike="noStrike" kern="1200" cap="none" spc="0" normalizeH="0" baseline="0" noProof="0" dirty="0">
                <a:ln>
                  <a:noFill/>
                </a:ln>
                <a:solidFill>
                  <a:srgbClr val="FF0000"/>
                </a:solidFill>
                <a:effectLst/>
                <a:uLnTx/>
                <a:uFillTx/>
                <a:latin typeface="標楷體" panose="03000509000000000000" pitchFamily="65" charset="-120"/>
                <a:ea typeface="標楷體" panose="03000509000000000000" pitchFamily="65" charset="-120"/>
                <a:cs typeface="+mn-cs"/>
              </a:rPr>
              <a:t>類</a:t>
            </a:r>
            <a:r>
              <a:rPr kumimoji="0" lang="zh-TW" altLang="en-US" sz="2000" b="0" i="0" u="none" strike="noStrike" kern="1200" cap="none" spc="0" normalizeH="0" baseline="0" noProof="0" dirty="0">
                <a:ln>
                  <a:noFill/>
                </a:ln>
                <a:solidFill>
                  <a:srgbClr val="FFFFFF"/>
                </a:solidFill>
                <a:effectLst/>
                <a:uLnTx/>
                <a:uFillTx/>
                <a:latin typeface="標楷體" panose="03000509000000000000" pitchFamily="65" charset="-120"/>
                <a:ea typeface="標楷體" panose="03000509000000000000" pitchFamily="65" charset="-120"/>
                <a:cs typeface="+mn-cs"/>
              </a:rPr>
              <a:t>的樣本來源必須是已經知道答案</a:t>
            </a:r>
            <a:r>
              <a:rPr kumimoji="0" lang="en-US" altLang="zh-TW" sz="2000" b="0" i="0" u="none" strike="noStrike" kern="1200" cap="none" spc="0" normalizeH="0" baseline="0" noProof="0" dirty="0">
                <a:ln>
                  <a:noFill/>
                </a:ln>
                <a:solidFill>
                  <a:srgbClr val="FFFFFF"/>
                </a:solidFill>
                <a:effectLst/>
                <a:uLnTx/>
                <a:uFillTx/>
                <a:latin typeface="標楷體" panose="03000509000000000000" pitchFamily="65" charset="-120"/>
                <a:ea typeface="標楷體" panose="03000509000000000000" pitchFamily="65" charset="-120"/>
                <a:cs typeface="+mn-cs"/>
              </a:rPr>
              <a:t>(</a:t>
            </a:r>
            <a:r>
              <a:rPr kumimoji="0" lang="zh-TW" altLang="en-US" sz="2000" b="0" i="0" u="none" strike="noStrike" kern="1200" cap="none" spc="0" normalizeH="0" baseline="0" noProof="0" dirty="0">
                <a:ln>
                  <a:noFill/>
                </a:ln>
                <a:solidFill>
                  <a:srgbClr val="FFFFFF"/>
                </a:solidFill>
                <a:effectLst/>
                <a:uLnTx/>
                <a:uFillTx/>
                <a:latin typeface="標楷體" panose="03000509000000000000" pitchFamily="65" charset="-120"/>
                <a:ea typeface="標楷體" panose="03000509000000000000" pitchFamily="65" charset="-120"/>
                <a:cs typeface="+mn-cs"/>
              </a:rPr>
              <a:t>因變數</a:t>
            </a:r>
            <a:r>
              <a:rPr kumimoji="0" lang="en-US" altLang="zh-TW" sz="2000" b="0" i="0" u="none" strike="noStrike" kern="1200" cap="none" spc="0" normalizeH="0" baseline="0" noProof="0" dirty="0">
                <a:ln>
                  <a:noFill/>
                </a:ln>
                <a:solidFill>
                  <a:srgbClr val="FFFFFF"/>
                </a:solidFill>
                <a:effectLst/>
                <a:uLnTx/>
                <a:uFillTx/>
                <a:latin typeface="標楷體" panose="03000509000000000000" pitchFamily="65" charset="-120"/>
                <a:ea typeface="標楷體" panose="03000509000000000000" pitchFamily="65" charset="-120"/>
                <a:cs typeface="+mn-cs"/>
              </a:rPr>
              <a:t>)</a:t>
            </a:r>
            <a:r>
              <a:rPr kumimoji="0" lang="zh-TW" altLang="en-US" sz="2000" b="0" i="0" u="none" strike="noStrike" kern="1200" cap="none" spc="0" normalizeH="0" baseline="0" noProof="0" dirty="0">
                <a:ln>
                  <a:noFill/>
                </a:ln>
                <a:solidFill>
                  <a:srgbClr val="FFFFFF"/>
                </a:solidFill>
                <a:effectLst/>
                <a:uLnTx/>
                <a:uFillTx/>
                <a:latin typeface="標楷體" panose="03000509000000000000" pitchFamily="65" charset="-120"/>
                <a:ea typeface="標楷體" panose="03000509000000000000" pitchFamily="65" charset="-120"/>
                <a:cs typeface="+mn-cs"/>
              </a:rPr>
              <a:t>的</a:t>
            </a:r>
          </a:p>
        </p:txBody>
      </p:sp>
    </p:spTree>
    <p:extLst>
      <p:ext uri="{BB962C8B-B14F-4D97-AF65-F5344CB8AC3E}">
        <p14:creationId xmlns:p14="http://schemas.microsoft.com/office/powerpoint/2010/main" val="4087494789"/>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標題 1"/>
          <p:cNvSpPr>
            <a:spLocks noGrp="1"/>
          </p:cNvSpPr>
          <p:nvPr>
            <p:ph type="title"/>
          </p:nvPr>
        </p:nvSpPr>
        <p:spPr>
          <a:xfrm>
            <a:off x="1981200" y="76200"/>
            <a:ext cx="6400800" cy="914400"/>
          </a:xfrm>
        </p:spPr>
        <p:txBody>
          <a:bodyPr/>
          <a:lstStyle/>
          <a:p>
            <a:r>
              <a:rPr lang="zh-TW" altLang="en-US" smtClean="0">
                <a:solidFill>
                  <a:srgbClr val="0000FF"/>
                </a:solidFill>
                <a:latin typeface="標楷體" panose="03000509000000000000" pitchFamily="65" charset="-120"/>
                <a:ea typeface="標楷體" panose="03000509000000000000" pitchFamily="65" charset="-120"/>
              </a:rPr>
              <a:t>分類</a:t>
            </a:r>
          </a:p>
        </p:txBody>
      </p:sp>
      <p:sp>
        <p:nvSpPr>
          <p:cNvPr id="7171" name="內容版面配置區 2"/>
          <p:cNvSpPr>
            <a:spLocks noGrp="1"/>
          </p:cNvSpPr>
          <p:nvPr>
            <p:ph sz="half" idx="1"/>
          </p:nvPr>
        </p:nvSpPr>
        <p:spPr>
          <a:xfrm>
            <a:off x="1509713" y="990600"/>
            <a:ext cx="7543800" cy="5029200"/>
          </a:xfrm>
        </p:spPr>
        <p:txBody>
          <a:bodyPr/>
          <a:lstStyle/>
          <a:p>
            <a:r>
              <a:rPr lang="zh-TW" altLang="en-US" smtClean="0">
                <a:latin typeface="標楷體" panose="03000509000000000000" pitchFamily="65" charset="-120"/>
                <a:ea typeface="標楷體" panose="03000509000000000000" pitchFamily="65" charset="-120"/>
              </a:rPr>
              <a:t>把一半的資料來源當成已知的</a:t>
            </a:r>
            <a:r>
              <a:rPr lang="en-US" altLang="zh-TW" smtClean="0">
                <a:latin typeface="標楷體" panose="03000509000000000000" pitchFamily="65" charset="-120"/>
                <a:ea typeface="標楷體" panose="03000509000000000000" pitchFamily="65" charset="-120"/>
              </a:rPr>
              <a:t>data</a:t>
            </a:r>
            <a:r>
              <a:rPr lang="zh-TW" altLang="en-US" smtClean="0">
                <a:latin typeface="標楷體" panose="03000509000000000000" pitchFamily="65" charset="-120"/>
                <a:ea typeface="標楷體" panose="03000509000000000000" pitchFamily="65" charset="-120"/>
              </a:rPr>
              <a:t>來作</a:t>
            </a:r>
            <a:r>
              <a:rPr lang="zh-TW" altLang="en-US" smtClean="0">
                <a:solidFill>
                  <a:srgbClr val="FF0000"/>
                </a:solidFill>
                <a:latin typeface="標楷體" panose="03000509000000000000" pitchFamily="65" charset="-120"/>
                <a:ea typeface="標楷體" panose="03000509000000000000" pitchFamily="65" charset="-120"/>
              </a:rPr>
              <a:t>訓練</a:t>
            </a:r>
          </a:p>
        </p:txBody>
      </p:sp>
      <p:pic>
        <p:nvPicPr>
          <p:cNvPr id="7172" name="圖片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6200" y="76200"/>
            <a:ext cx="1371600" cy="674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矩形 6"/>
          <p:cNvSpPr/>
          <p:nvPr/>
        </p:nvSpPr>
        <p:spPr>
          <a:xfrm>
            <a:off x="2017713" y="6315075"/>
            <a:ext cx="6019800" cy="381000"/>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TW" altLang="en-US" sz="1800" b="0" i="0" u="none" strike="noStrike" kern="1200" cap="none" spc="0" normalizeH="0" baseline="0" noProof="0" dirty="0">
                <a:ln>
                  <a:noFill/>
                </a:ln>
                <a:solidFill>
                  <a:srgbClr val="FFFFFF"/>
                </a:solidFill>
                <a:effectLst/>
                <a:uLnTx/>
                <a:uFillTx/>
                <a:latin typeface="標楷體" panose="03000509000000000000" pitchFamily="65" charset="-120"/>
                <a:ea typeface="標楷體" panose="03000509000000000000" pitchFamily="65" charset="-120"/>
                <a:cs typeface="+mn-cs"/>
              </a:rPr>
              <a:t>另外一半的資料來源當成測試資料來使用</a:t>
            </a:r>
          </a:p>
        </p:txBody>
      </p:sp>
      <p:pic>
        <p:nvPicPr>
          <p:cNvPr id="7174" name="圖片 8"/>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819400" y="1524000"/>
            <a:ext cx="4562475" cy="4686300"/>
          </a:xfrm>
          <a:prstGeom prst="rect">
            <a:avLst/>
          </a:prstGeom>
          <a:noFill/>
          <a:ln w="38100">
            <a:solidFill>
              <a:srgbClr val="C00000"/>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1745325"/>
      </p:ext>
    </p:extLst>
  </p:cSld>
  <p:clrMapOvr>
    <a:masterClrMapping/>
  </p:clrMapOvr>
  <p:transition spd="slow">
    <p:cut/>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投影片編號版面配置區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ABB8CAB4-89F8-41EC-BFC8-79AA1E9E8510}" type="slidenum">
              <a:rPr kumimoji="0" lang="en-US" altLang="zh-TW" sz="1400" b="0" i="0" u="none" strike="noStrike" kern="1200" cap="none" spc="0" normalizeH="0" baseline="0" noProof="0" smtClean="0">
                <a:ln>
                  <a:noFill/>
                </a:ln>
                <a:solidFill>
                  <a:srgbClr val="000000"/>
                </a:solidFill>
                <a:effectLst/>
                <a:uLnTx/>
                <a:uFillTx/>
                <a:latin typeface="標楷體" panose="03000509000000000000" pitchFamily="65" charset="-120"/>
                <a:ea typeface="標楷體" panose="03000509000000000000" pitchFamily="65" charset="-120"/>
                <a:cs typeface="+mn-cs"/>
              </a:rPr>
              <a:pPr marL="0" marR="0" lvl="0" indent="0" algn="r" defTabSz="914400" rtl="0" eaLnBrk="1" fontAlgn="base" latinLnBrk="0" hangingPunct="1">
                <a:lnSpc>
                  <a:spcPct val="100000"/>
                </a:lnSpc>
                <a:spcBef>
                  <a:spcPct val="0"/>
                </a:spcBef>
                <a:spcAft>
                  <a:spcPct val="0"/>
                </a:spcAft>
                <a:buClrTx/>
                <a:buSzTx/>
                <a:buFontTx/>
                <a:buNone/>
                <a:tabLst/>
                <a:defRPr/>
              </a:pPr>
              <a:t>21</a:t>
            </a:fld>
            <a:endParaRPr kumimoji="0" lang="en-US" altLang="zh-TW" sz="1400" b="0" i="0" u="none" strike="noStrike" kern="1200" cap="none" spc="0" normalizeH="0" baseline="0" noProof="0" smtClean="0">
              <a:ln>
                <a:noFill/>
              </a:ln>
              <a:solidFill>
                <a:srgbClr val="000000"/>
              </a:solidFill>
              <a:effectLst/>
              <a:uLnTx/>
              <a:uFillTx/>
              <a:latin typeface="標楷體" panose="03000509000000000000" pitchFamily="65" charset="-120"/>
              <a:ea typeface="標楷體" panose="03000509000000000000" pitchFamily="65" charset="-120"/>
              <a:cs typeface="+mn-cs"/>
            </a:endParaRPr>
          </a:p>
        </p:txBody>
      </p:sp>
      <p:sp>
        <p:nvSpPr>
          <p:cNvPr id="8195" name="矩形 2"/>
          <p:cNvSpPr>
            <a:spLocks noChangeArrowheads="1"/>
          </p:cNvSpPr>
          <p:nvPr/>
        </p:nvSpPr>
        <p:spPr bwMode="auto">
          <a:xfrm>
            <a:off x="1676400" y="5659438"/>
            <a:ext cx="2286000" cy="369887"/>
          </a:xfrm>
          <a:prstGeom prst="rect">
            <a:avLst/>
          </a:prstGeom>
          <a:solidFill>
            <a:srgbClr val="C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TW" sz="1800" b="1" i="0" u="none" strike="noStrike" kern="1200" cap="none" spc="0" normalizeH="0" baseline="0" noProof="0" smtClean="0">
                <a:ln>
                  <a:noFill/>
                </a:ln>
                <a:solidFill>
                  <a:srgbClr val="000000"/>
                </a:solidFill>
                <a:effectLst/>
                <a:uLnTx/>
                <a:uFillTx/>
                <a:latin typeface="標楷體" panose="03000509000000000000" pitchFamily="65" charset="-120"/>
                <a:ea typeface="標楷體" panose="03000509000000000000" pitchFamily="65" charset="-120"/>
                <a:cs typeface="+mn-cs"/>
              </a:rPr>
              <a:t> </a:t>
            </a:r>
            <a:r>
              <a:rPr kumimoji="0" lang="en-US" altLang="zh-TW" sz="1800" b="1" i="0" u="none" strike="noStrike" kern="1200" cap="none" spc="0" normalizeH="0" baseline="0" noProof="0" smtClean="0">
                <a:ln>
                  <a:noFill/>
                </a:ln>
                <a:solidFill>
                  <a:srgbClr val="FFFFFF"/>
                </a:solidFill>
                <a:effectLst/>
                <a:uLnTx/>
                <a:uFillTx/>
                <a:latin typeface="標楷體" panose="03000509000000000000" pitchFamily="65" charset="-120"/>
                <a:ea typeface="標楷體" panose="03000509000000000000" pitchFamily="65" charset="-120"/>
                <a:cs typeface="+mn-cs"/>
              </a:rPr>
              <a:t>K=3</a:t>
            </a:r>
            <a:endParaRPr kumimoji="0" lang="zh-TW" altLang="en-US" sz="1800" b="1" i="0" u="none" strike="noStrike" kern="1200" cap="none" spc="0" normalizeH="0" baseline="0" noProof="0" smtClean="0">
              <a:ln>
                <a:noFill/>
              </a:ln>
              <a:solidFill>
                <a:srgbClr val="FFFFFF"/>
              </a:solidFill>
              <a:effectLst/>
              <a:uLnTx/>
              <a:uFillTx/>
              <a:latin typeface="標楷體" panose="03000509000000000000" pitchFamily="65" charset="-120"/>
              <a:ea typeface="標楷體" panose="03000509000000000000" pitchFamily="65" charset="-120"/>
              <a:cs typeface="+mn-cs"/>
            </a:endParaRPr>
          </a:p>
        </p:txBody>
      </p:sp>
      <p:pic>
        <p:nvPicPr>
          <p:cNvPr id="8196" name="Picture 3"/>
          <p:cNvPicPr>
            <a:picLocks noChangeAspect="1" noChangeArrowheads="1"/>
          </p:cNvPicPr>
          <p:nvPr/>
        </p:nvPicPr>
        <p:blipFill>
          <a:blip r:embed="rId3">
            <a:extLst>
              <a:ext uri="{28A0092B-C50C-407E-A947-70E740481C1C}">
                <a14:useLocalDpi xmlns:a14="http://schemas.microsoft.com/office/drawing/2010/main" val="0"/>
              </a:ext>
            </a:extLst>
          </a:blip>
          <a:srcRect l="17769" t="18642" r="18617" b="19936"/>
          <a:stretch>
            <a:fillRect/>
          </a:stretch>
        </p:blipFill>
        <p:spPr bwMode="auto">
          <a:xfrm>
            <a:off x="990600" y="1698625"/>
            <a:ext cx="7294563" cy="39608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矩形 1"/>
          <p:cNvSpPr/>
          <p:nvPr/>
        </p:nvSpPr>
        <p:spPr>
          <a:xfrm>
            <a:off x="457200" y="236538"/>
            <a:ext cx="8242300" cy="1066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TW" sz="1800" b="0" i="0" u="none" strike="noStrike" kern="1200" cap="none" spc="0" normalizeH="0" baseline="0" noProof="0" dirty="0">
                <a:ln>
                  <a:noFill/>
                </a:ln>
                <a:solidFill>
                  <a:srgbClr val="FF0000"/>
                </a:solidFill>
                <a:effectLst/>
                <a:uLnTx/>
                <a:uFillTx/>
                <a:latin typeface="標楷體" panose="03000509000000000000" pitchFamily="65" charset="-120"/>
                <a:ea typeface="標楷體" panose="03000509000000000000" pitchFamily="65" charset="-120"/>
                <a:cs typeface="+mn-cs"/>
              </a:rPr>
              <a:t>KNN (</a:t>
            </a:r>
            <a:r>
              <a:rPr kumimoji="0" lang="zh-TW" altLang="en-US" sz="1800" b="1" i="0" u="none" strike="noStrike" kern="1200" cap="none" spc="0" normalizeH="0" baseline="0" noProof="0" dirty="0">
                <a:ln>
                  <a:noFill/>
                </a:ln>
                <a:solidFill>
                  <a:srgbClr val="FF0000"/>
                </a:solidFill>
                <a:effectLst/>
                <a:uLnTx/>
                <a:uFillTx/>
                <a:latin typeface="標楷體" panose="03000509000000000000" pitchFamily="65" charset="-120"/>
                <a:ea typeface="標楷體" panose="03000509000000000000" pitchFamily="65" charset="-120"/>
                <a:cs typeface="+mn-cs"/>
              </a:rPr>
              <a:t>最近鄰居分類法</a:t>
            </a:r>
            <a:r>
              <a:rPr kumimoji="0" lang="en-US" altLang="zh-TW" sz="1800" b="1" i="0" u="none" strike="noStrike" kern="1200" cap="none" spc="0" normalizeH="0" baseline="0" noProof="0" dirty="0">
                <a:ln>
                  <a:noFill/>
                </a:ln>
                <a:solidFill>
                  <a:srgbClr val="FF0000"/>
                </a:solidFill>
                <a:effectLst/>
                <a:uLnTx/>
                <a:uFillTx/>
                <a:latin typeface="標楷體" panose="03000509000000000000" pitchFamily="65" charset="-120"/>
                <a:ea typeface="標楷體" panose="03000509000000000000" pitchFamily="65" charset="-120"/>
                <a:cs typeface="+mn-cs"/>
              </a:rPr>
              <a:t>)</a:t>
            </a:r>
            <a:r>
              <a:rPr kumimoji="0" lang="en-US" altLang="zh-TW" sz="1800" b="0" i="0" u="none" strike="noStrike" kern="1200" cap="none" spc="0" normalizeH="0" baseline="0" noProof="0" dirty="0">
                <a:ln>
                  <a:noFill/>
                </a:ln>
                <a:solidFill>
                  <a:srgbClr val="FF0000"/>
                </a:solidFill>
                <a:effectLst/>
                <a:uLnTx/>
                <a:uFillTx/>
                <a:latin typeface="標楷體" panose="03000509000000000000" pitchFamily="65" charset="-120"/>
                <a:ea typeface="標楷體" panose="03000509000000000000" pitchFamily="65" charset="-120"/>
                <a:cs typeface="+mn-cs"/>
              </a:rPr>
              <a:t/>
            </a:r>
            <a:br>
              <a:rPr kumimoji="0" lang="en-US" altLang="zh-TW" sz="1800" b="0" i="0" u="none" strike="noStrike" kern="1200" cap="none" spc="0" normalizeH="0" baseline="0" noProof="0" dirty="0">
                <a:ln>
                  <a:noFill/>
                </a:ln>
                <a:solidFill>
                  <a:srgbClr val="FF0000"/>
                </a:solidFill>
                <a:effectLst/>
                <a:uLnTx/>
                <a:uFillTx/>
                <a:latin typeface="標楷體" panose="03000509000000000000" pitchFamily="65" charset="-120"/>
                <a:ea typeface="標楷體" panose="03000509000000000000" pitchFamily="65" charset="-120"/>
                <a:cs typeface="+mn-cs"/>
              </a:rPr>
            </a:br>
            <a:r>
              <a:rPr kumimoji="0" lang="zh-TW" altLang="en-US" sz="1800" b="0" i="0" u="none" strike="noStrike" kern="1200" cap="none" spc="0" normalizeH="0" baseline="0" noProof="0" dirty="0">
                <a:ln>
                  <a:noFill/>
                </a:ln>
                <a:solidFill>
                  <a:srgbClr val="0000FF"/>
                </a:solidFill>
                <a:effectLst/>
                <a:uLnTx/>
                <a:uFillTx/>
                <a:latin typeface="標楷體" panose="03000509000000000000" pitchFamily="65" charset="-120"/>
                <a:ea typeface="標楷體" panose="03000509000000000000" pitchFamily="65" charset="-120"/>
                <a:cs typeface="+mn-cs"/>
              </a:rPr>
              <a:t>在特徵空間中找出最靠近</a:t>
            </a:r>
            <a:r>
              <a:rPr kumimoji="0" lang="zh-TW" altLang="en-US" sz="1800" b="0" i="0" u="none" strike="noStrike" kern="1200" cap="none" spc="0" normalizeH="0" baseline="0" noProof="0" dirty="0">
                <a:ln>
                  <a:noFill/>
                </a:ln>
                <a:solidFill>
                  <a:srgbClr val="000000"/>
                </a:solidFill>
                <a:effectLst/>
                <a:uLnTx/>
                <a:uFillTx/>
                <a:latin typeface="標楷體" panose="03000509000000000000" pitchFamily="65" charset="-120"/>
                <a:ea typeface="標楷體" panose="03000509000000000000" pitchFamily="65" charset="-120"/>
                <a:cs typeface="+mn-cs"/>
              </a:rPr>
              <a:t>測試樣本</a:t>
            </a:r>
            <a:r>
              <a:rPr kumimoji="0" lang="zh-TW" altLang="en-US" sz="1800" b="0" i="0" u="none" strike="noStrike" kern="1200" cap="none" spc="0" normalizeH="0" baseline="0" noProof="0" dirty="0">
                <a:ln>
                  <a:noFill/>
                </a:ln>
                <a:solidFill>
                  <a:srgbClr val="0000FF"/>
                </a:solidFill>
                <a:effectLst/>
                <a:uLnTx/>
                <a:uFillTx/>
                <a:latin typeface="標楷體" panose="03000509000000000000" pitchFamily="65" charset="-120"/>
                <a:ea typeface="標楷體" panose="03000509000000000000" pitchFamily="65" charset="-120"/>
                <a:cs typeface="+mn-cs"/>
              </a:rPr>
              <a:t>的 </a:t>
            </a:r>
            <a:r>
              <a:rPr kumimoji="0" lang="en-US" altLang="zh-TW" sz="1800" b="0" i="0" u="none" strike="noStrike" kern="1200" cap="none" spc="0" normalizeH="0" baseline="0" noProof="0" dirty="0">
                <a:ln>
                  <a:noFill/>
                </a:ln>
                <a:solidFill>
                  <a:srgbClr val="0000FF"/>
                </a:solidFill>
                <a:effectLst/>
                <a:uLnTx/>
                <a:uFillTx/>
                <a:latin typeface="標楷體" panose="03000509000000000000" pitchFamily="65" charset="-120"/>
                <a:ea typeface="標楷體" panose="03000509000000000000" pitchFamily="65" charset="-120"/>
                <a:cs typeface="+mn-cs"/>
              </a:rPr>
              <a:t>k </a:t>
            </a:r>
            <a:r>
              <a:rPr kumimoji="0" lang="zh-TW" altLang="en-US" sz="1800" b="0" i="0" u="none" strike="noStrike" kern="1200" cap="none" spc="0" normalizeH="0" baseline="0" noProof="0" dirty="0">
                <a:ln>
                  <a:noFill/>
                </a:ln>
                <a:solidFill>
                  <a:srgbClr val="0000FF"/>
                </a:solidFill>
                <a:effectLst/>
                <a:uLnTx/>
                <a:uFillTx/>
                <a:latin typeface="標楷體" panose="03000509000000000000" pitchFamily="65" charset="-120"/>
                <a:ea typeface="標楷體" panose="03000509000000000000" pitchFamily="65" charset="-120"/>
                <a:cs typeface="+mn-cs"/>
              </a:rPr>
              <a:t>個訓練樣本，然後將它識別爲該類別</a:t>
            </a:r>
          </a:p>
        </p:txBody>
      </p:sp>
      <p:sp>
        <p:nvSpPr>
          <p:cNvPr id="8198" name="矩形 2"/>
          <p:cNvSpPr>
            <a:spLocks noChangeArrowheads="1"/>
          </p:cNvSpPr>
          <p:nvPr/>
        </p:nvSpPr>
        <p:spPr bwMode="auto">
          <a:xfrm>
            <a:off x="5562600" y="5659438"/>
            <a:ext cx="2286000" cy="369887"/>
          </a:xfrm>
          <a:prstGeom prst="rect">
            <a:avLst/>
          </a:prstGeom>
          <a:solidFill>
            <a:srgbClr val="C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TW" sz="1800" b="1" i="0" u="none" strike="noStrike" kern="1200" cap="none" spc="0" normalizeH="0" baseline="0" noProof="0" smtClean="0">
                <a:ln>
                  <a:noFill/>
                </a:ln>
                <a:solidFill>
                  <a:srgbClr val="000000"/>
                </a:solidFill>
                <a:effectLst/>
                <a:uLnTx/>
                <a:uFillTx/>
                <a:latin typeface="標楷體" panose="03000509000000000000" pitchFamily="65" charset="-120"/>
                <a:ea typeface="標楷體" panose="03000509000000000000" pitchFamily="65" charset="-120"/>
                <a:cs typeface="+mn-cs"/>
              </a:rPr>
              <a:t> </a:t>
            </a:r>
            <a:r>
              <a:rPr kumimoji="0" lang="en-US" altLang="zh-TW" sz="1800" b="1" i="0" u="none" strike="noStrike" kern="1200" cap="none" spc="0" normalizeH="0" baseline="0" noProof="0" smtClean="0">
                <a:ln>
                  <a:noFill/>
                </a:ln>
                <a:solidFill>
                  <a:srgbClr val="FFFFFF"/>
                </a:solidFill>
                <a:effectLst/>
                <a:uLnTx/>
                <a:uFillTx/>
                <a:latin typeface="標楷體" panose="03000509000000000000" pitchFamily="65" charset="-120"/>
                <a:ea typeface="標楷體" panose="03000509000000000000" pitchFamily="65" charset="-120"/>
                <a:cs typeface="+mn-cs"/>
              </a:rPr>
              <a:t>K=1</a:t>
            </a:r>
            <a:endParaRPr kumimoji="0" lang="zh-TW" altLang="en-US" sz="1800" b="1" i="0" u="none" strike="noStrike" kern="1200" cap="none" spc="0" normalizeH="0" baseline="0" noProof="0" smtClean="0">
              <a:ln>
                <a:noFill/>
              </a:ln>
              <a:solidFill>
                <a:srgbClr val="FFFFFF"/>
              </a:solidFill>
              <a:effectLst/>
              <a:uLnTx/>
              <a:uFillTx/>
              <a:latin typeface="標楷體" panose="03000509000000000000" pitchFamily="65" charset="-120"/>
              <a:ea typeface="標楷體" panose="03000509000000000000" pitchFamily="65" charset="-120"/>
              <a:cs typeface="+mn-cs"/>
            </a:endParaRPr>
          </a:p>
        </p:txBody>
      </p:sp>
      <p:sp>
        <p:nvSpPr>
          <p:cNvPr id="8199" name="矩形 2"/>
          <p:cNvSpPr>
            <a:spLocks noChangeArrowheads="1"/>
          </p:cNvSpPr>
          <p:nvPr/>
        </p:nvSpPr>
        <p:spPr bwMode="auto">
          <a:xfrm>
            <a:off x="3189288" y="6292850"/>
            <a:ext cx="2895600" cy="369888"/>
          </a:xfrm>
          <a:prstGeom prst="rect">
            <a:avLst/>
          </a:prstGeom>
          <a:solidFill>
            <a:srgbClr val="0000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TW" sz="1800" b="1" i="0" u="none" strike="noStrike" kern="1200" cap="none" spc="0" normalizeH="0" baseline="0" noProof="0" smtClean="0">
                <a:ln>
                  <a:noFill/>
                </a:ln>
                <a:solidFill>
                  <a:srgbClr val="000000"/>
                </a:solidFill>
                <a:effectLst/>
                <a:uLnTx/>
                <a:uFillTx/>
                <a:latin typeface="標楷體" panose="03000509000000000000" pitchFamily="65" charset="-120"/>
                <a:ea typeface="標楷體" panose="03000509000000000000" pitchFamily="65" charset="-120"/>
                <a:cs typeface="+mn-cs"/>
              </a:rPr>
              <a:t> </a:t>
            </a:r>
            <a:r>
              <a:rPr kumimoji="0" lang="zh-TW" altLang="en-US" sz="1800" b="1" i="0" u="none" strike="noStrike" kern="1200" cap="none" spc="0" normalizeH="0" baseline="0" noProof="0" smtClean="0">
                <a:ln>
                  <a:noFill/>
                </a:ln>
                <a:solidFill>
                  <a:srgbClr val="FFFFFF"/>
                </a:solidFill>
                <a:effectLst/>
                <a:uLnTx/>
                <a:uFillTx/>
                <a:latin typeface="標楷體" panose="03000509000000000000" pitchFamily="65" charset="-120"/>
                <a:ea typeface="標楷體" panose="03000509000000000000" pitchFamily="65" charset="-120"/>
                <a:cs typeface="+mn-cs"/>
              </a:rPr>
              <a:t>一般</a:t>
            </a:r>
            <a:r>
              <a:rPr kumimoji="0" lang="en-US" altLang="zh-TW" sz="1800" b="1" i="0" u="none" strike="noStrike" kern="1200" cap="none" spc="0" normalizeH="0" baseline="0" noProof="0" smtClean="0">
                <a:ln>
                  <a:noFill/>
                </a:ln>
                <a:solidFill>
                  <a:srgbClr val="FFFFFF"/>
                </a:solidFill>
                <a:effectLst/>
                <a:uLnTx/>
                <a:uFillTx/>
                <a:latin typeface="標楷體" panose="03000509000000000000" pitchFamily="65" charset="-120"/>
                <a:ea typeface="標楷體" panose="03000509000000000000" pitchFamily="65" charset="-120"/>
                <a:cs typeface="+mn-cs"/>
              </a:rPr>
              <a:t>K</a:t>
            </a:r>
            <a:r>
              <a:rPr kumimoji="0" lang="zh-TW" altLang="en-US" sz="1800" b="1" i="0" u="none" strike="noStrike" kern="1200" cap="none" spc="0" normalizeH="0" baseline="0" noProof="0" smtClean="0">
                <a:ln>
                  <a:noFill/>
                </a:ln>
                <a:solidFill>
                  <a:srgbClr val="FFFFFF"/>
                </a:solidFill>
                <a:effectLst/>
                <a:uLnTx/>
                <a:uFillTx/>
                <a:latin typeface="標楷體" panose="03000509000000000000" pitchFamily="65" charset="-120"/>
                <a:ea typeface="標楷體" panose="03000509000000000000" pitchFamily="65" charset="-120"/>
                <a:cs typeface="+mn-cs"/>
              </a:rPr>
              <a:t>會選奇數</a:t>
            </a:r>
          </a:p>
        </p:txBody>
      </p:sp>
    </p:spTree>
    <p:extLst>
      <p:ext uri="{BB962C8B-B14F-4D97-AF65-F5344CB8AC3E}">
        <p14:creationId xmlns:p14="http://schemas.microsoft.com/office/powerpoint/2010/main" val="664669047"/>
      </p:ext>
    </p:extLst>
  </p:cSld>
  <p:clrMapOvr>
    <a:masterClrMapping/>
  </p:clrMapOvr>
  <p:transition spd="slow">
    <p:cut/>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投影片編號版面配置區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6C3A5105-CA1E-49E5-8D6F-81626180FB4D}" type="slidenum">
              <a:rPr kumimoji="0" lang="en-US" altLang="zh-TW" sz="1400" b="0" i="0" u="none" strike="noStrike" kern="1200" cap="none" spc="0" normalizeH="0" baseline="0" noProof="0" smtClean="0">
                <a:ln>
                  <a:noFill/>
                </a:ln>
                <a:solidFill>
                  <a:srgbClr val="000000"/>
                </a:solidFill>
                <a:effectLst/>
                <a:uLnTx/>
                <a:uFillTx/>
                <a:latin typeface="標楷體" panose="03000509000000000000" pitchFamily="65" charset="-120"/>
                <a:ea typeface="標楷體" panose="03000509000000000000" pitchFamily="65" charset="-120"/>
                <a:cs typeface="+mn-cs"/>
              </a:rPr>
              <a:pPr marL="0" marR="0" lvl="0" indent="0" algn="r" defTabSz="914400" rtl="0" eaLnBrk="1" fontAlgn="base" latinLnBrk="0" hangingPunct="1">
                <a:lnSpc>
                  <a:spcPct val="100000"/>
                </a:lnSpc>
                <a:spcBef>
                  <a:spcPct val="0"/>
                </a:spcBef>
                <a:spcAft>
                  <a:spcPct val="0"/>
                </a:spcAft>
                <a:buClrTx/>
                <a:buSzTx/>
                <a:buFontTx/>
                <a:buNone/>
                <a:tabLst/>
                <a:defRPr/>
              </a:pPr>
              <a:t>22</a:t>
            </a:fld>
            <a:endParaRPr kumimoji="0" lang="en-US" altLang="zh-TW" sz="1400" b="0" i="0" u="none" strike="noStrike" kern="1200" cap="none" spc="0" normalizeH="0" baseline="0" noProof="0" smtClean="0">
              <a:ln>
                <a:noFill/>
              </a:ln>
              <a:solidFill>
                <a:srgbClr val="000000"/>
              </a:solidFill>
              <a:effectLst/>
              <a:uLnTx/>
              <a:uFillTx/>
              <a:latin typeface="標楷體" panose="03000509000000000000" pitchFamily="65" charset="-120"/>
              <a:ea typeface="標楷體" panose="03000509000000000000" pitchFamily="65" charset="-120"/>
              <a:cs typeface="+mn-cs"/>
            </a:endParaRPr>
          </a:p>
        </p:txBody>
      </p:sp>
      <p:sp>
        <p:nvSpPr>
          <p:cNvPr id="10243" name="文字方塊 1"/>
          <p:cNvSpPr txBox="1">
            <a:spLocks noChangeArrowheads="1"/>
          </p:cNvSpPr>
          <p:nvPr/>
        </p:nvSpPr>
        <p:spPr bwMode="auto">
          <a:xfrm flipH="1">
            <a:off x="447675" y="304800"/>
            <a:ext cx="835501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80000"/>
              </a:lnSpc>
              <a:spcBef>
                <a:spcPct val="20000"/>
              </a:spcBef>
              <a:spcAft>
                <a:spcPts val="2000"/>
              </a:spcAft>
              <a:buClrTx/>
              <a:buSzTx/>
              <a:buFontTx/>
              <a:buNone/>
              <a:tabLst/>
              <a:defRPr/>
            </a:pPr>
            <a:r>
              <a:rPr kumimoji="1" lang="en-US" altLang="zh-TW" sz="4000" b="1" i="0" u="none" strike="noStrike" kern="1200" cap="none" spc="0" normalizeH="0" baseline="0" noProof="0" smtClean="0">
                <a:ln>
                  <a:noFill/>
                </a:ln>
                <a:solidFill>
                  <a:srgbClr val="000000"/>
                </a:solidFill>
                <a:effectLst/>
                <a:uLnTx/>
                <a:uFillTx/>
                <a:latin typeface="標楷體" panose="03000509000000000000" pitchFamily="65" charset="-120"/>
                <a:ea typeface="標楷體" panose="03000509000000000000" pitchFamily="65" charset="-120"/>
                <a:cs typeface="新細明體" panose="02020500000000000000" pitchFamily="18" charset="-120"/>
              </a:rPr>
              <a:t> </a:t>
            </a:r>
            <a:r>
              <a:rPr kumimoji="1" lang="zh-TW" altLang="en-US" sz="4000" b="1" i="0" u="none" strike="noStrike" kern="1200" cap="none" spc="0" normalizeH="0" baseline="0" noProof="0" smtClean="0">
                <a:ln>
                  <a:noFill/>
                </a:ln>
                <a:solidFill>
                  <a:srgbClr val="0000FF"/>
                </a:solidFill>
                <a:effectLst/>
                <a:uLnTx/>
                <a:uFillTx/>
                <a:latin typeface="標楷體" panose="03000509000000000000" pitchFamily="65" charset="-120"/>
                <a:ea typeface="標楷體" panose="03000509000000000000" pitchFamily="65" charset="-120"/>
                <a:cs typeface="新細明體" panose="02020500000000000000" pitchFamily="18" charset="-120"/>
              </a:rPr>
              <a:t>實例一：旅行社個案</a:t>
            </a:r>
          </a:p>
        </p:txBody>
      </p:sp>
      <p:pic>
        <p:nvPicPr>
          <p:cNvPr id="10244" name="Picture 3"/>
          <p:cNvPicPr>
            <a:picLocks noChangeAspect="1" noChangeArrowheads="1"/>
          </p:cNvPicPr>
          <p:nvPr/>
        </p:nvPicPr>
        <p:blipFill>
          <a:blip r:embed="rId3">
            <a:extLst>
              <a:ext uri="{28A0092B-C50C-407E-A947-70E740481C1C}">
                <a14:useLocalDpi xmlns:a14="http://schemas.microsoft.com/office/drawing/2010/main" val="0"/>
              </a:ext>
            </a:extLst>
          </a:blip>
          <a:srcRect l="16800" t="29634" r="18497" b="19289"/>
          <a:stretch>
            <a:fillRect/>
          </a:stretch>
        </p:blipFill>
        <p:spPr bwMode="auto">
          <a:xfrm>
            <a:off x="228600" y="1219200"/>
            <a:ext cx="8683625" cy="38544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245" name="矩形 2"/>
          <p:cNvSpPr>
            <a:spLocks noChangeArrowheads="1"/>
          </p:cNvSpPr>
          <p:nvPr/>
        </p:nvSpPr>
        <p:spPr bwMode="auto">
          <a:xfrm>
            <a:off x="2284413" y="5534025"/>
            <a:ext cx="4572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TW" sz="1800" b="1" i="0" u="none" strike="noStrike" kern="1200" cap="none" spc="0" normalizeH="0" baseline="0" noProof="0" smtClean="0">
                <a:ln>
                  <a:noFill/>
                </a:ln>
                <a:solidFill>
                  <a:srgbClr val="000000"/>
                </a:solidFill>
                <a:effectLst/>
                <a:uLnTx/>
                <a:uFillTx/>
                <a:latin typeface="標楷體" panose="03000509000000000000" pitchFamily="65" charset="-120"/>
                <a:ea typeface="標楷體" panose="03000509000000000000" pitchFamily="65" charset="-120"/>
                <a:cs typeface="+mn-cs"/>
              </a:rPr>
              <a:t> </a:t>
            </a:r>
            <a:r>
              <a:rPr kumimoji="0" lang="zh-TW" altLang="en-US" sz="1800" b="1" i="0" u="none" strike="noStrike" kern="1200" cap="none" spc="0" normalizeH="0" baseline="0" noProof="0" smtClean="0">
                <a:ln>
                  <a:noFill/>
                </a:ln>
                <a:solidFill>
                  <a:srgbClr val="000000"/>
                </a:solidFill>
                <a:effectLst/>
                <a:uLnTx/>
                <a:uFillTx/>
                <a:latin typeface="標楷體" panose="03000509000000000000" pitchFamily="65" charset="-120"/>
                <a:ea typeface="標楷體" panose="03000509000000000000" pitchFamily="65" charset="-120"/>
                <a:cs typeface="+mn-cs"/>
              </a:rPr>
              <a:t>訓練樣本分類</a:t>
            </a:r>
            <a:r>
              <a:rPr kumimoji="0" lang="en-US" altLang="zh-TW" sz="1800" b="1" i="0" u="none" strike="noStrike" kern="1200" cap="none" spc="0" normalizeH="0" baseline="0" noProof="0" smtClean="0">
                <a:ln>
                  <a:noFill/>
                </a:ln>
                <a:solidFill>
                  <a:srgbClr val="000000"/>
                </a:solidFill>
                <a:effectLst/>
                <a:uLnTx/>
                <a:uFillTx/>
                <a:latin typeface="標楷體" panose="03000509000000000000" pitchFamily="65" charset="-120"/>
                <a:ea typeface="標楷體" panose="03000509000000000000" pitchFamily="65" charset="-120"/>
                <a:cs typeface="+mn-cs"/>
              </a:rPr>
              <a:t>/</a:t>
            </a:r>
            <a:r>
              <a:rPr kumimoji="0" lang="zh-TW" altLang="en-US" sz="1800" b="1" i="0" u="none" strike="noStrike" kern="1200" cap="none" spc="0" normalizeH="0" baseline="0" noProof="0" smtClean="0">
                <a:ln>
                  <a:noFill/>
                </a:ln>
                <a:solidFill>
                  <a:srgbClr val="000000"/>
                </a:solidFill>
                <a:effectLst/>
                <a:uLnTx/>
                <a:uFillTx/>
                <a:latin typeface="標楷體" panose="03000509000000000000" pitchFamily="65" charset="-120"/>
                <a:ea typeface="標楷體" panose="03000509000000000000" pitchFamily="65" charset="-120"/>
                <a:cs typeface="+mn-cs"/>
              </a:rPr>
              <a:t>驗證樣本分類</a:t>
            </a:r>
          </a:p>
        </p:txBody>
      </p:sp>
      <p:sp>
        <p:nvSpPr>
          <p:cNvPr id="6" name="矩形 5"/>
          <p:cNvSpPr/>
          <p:nvPr/>
        </p:nvSpPr>
        <p:spPr>
          <a:xfrm>
            <a:off x="1789113" y="6165850"/>
            <a:ext cx="55626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TW" sz="1800" b="0" i="0" u="none" strike="noStrike" kern="1200" cap="none" spc="0" normalizeH="0" baseline="0" noProof="0" dirty="0">
                <a:ln>
                  <a:noFill/>
                </a:ln>
                <a:solidFill>
                  <a:srgbClr val="FF0000"/>
                </a:solidFill>
                <a:effectLst/>
                <a:uLnTx/>
                <a:uFillTx/>
                <a:latin typeface="標楷體" panose="03000509000000000000" pitchFamily="65" charset="-120"/>
                <a:ea typeface="標楷體" panose="03000509000000000000" pitchFamily="65" charset="-120"/>
                <a:cs typeface="+mn-cs"/>
              </a:rPr>
              <a:t>KNN-Classification </a:t>
            </a:r>
            <a:r>
              <a:rPr kumimoji="0" lang="zh-TW" altLang="en-US" sz="1800" b="0" i="0" u="none" strike="noStrike" kern="1200" cap="none" spc="0" normalizeH="0" baseline="0" noProof="0" dirty="0">
                <a:ln>
                  <a:noFill/>
                </a:ln>
                <a:solidFill>
                  <a:srgbClr val="FF0000"/>
                </a:solidFill>
                <a:effectLst/>
                <a:uLnTx/>
                <a:uFillTx/>
                <a:latin typeface="標楷體" panose="03000509000000000000" pitchFamily="65" charset="-120"/>
                <a:ea typeface="標楷體" panose="03000509000000000000" pitchFamily="65" charset="-120"/>
                <a:cs typeface="+mn-cs"/>
                <a:hlinkClick r:id="rId4" action="ppaction://hlinkfile"/>
              </a:rPr>
              <a:t>以</a:t>
            </a:r>
            <a:r>
              <a:rPr kumimoji="0" lang="en-US" altLang="zh-TW" sz="1800" b="0" i="0" u="none" strike="noStrike" kern="1200" cap="none" spc="0" normalizeH="0" baseline="0" noProof="0" dirty="0">
                <a:ln>
                  <a:noFill/>
                </a:ln>
                <a:solidFill>
                  <a:srgbClr val="FF0000"/>
                </a:solidFill>
                <a:effectLst/>
                <a:uLnTx/>
                <a:uFillTx/>
                <a:latin typeface="標楷體" panose="03000509000000000000" pitchFamily="65" charset="-120"/>
                <a:ea typeface="標楷體" panose="03000509000000000000" pitchFamily="65" charset="-120"/>
                <a:cs typeface="+mn-cs"/>
                <a:hlinkClick r:id="rId4" action="ppaction://hlinkfile"/>
              </a:rPr>
              <a:t>Excel </a:t>
            </a:r>
            <a:r>
              <a:rPr kumimoji="0" lang="zh-TW" altLang="en-US" sz="1800" b="0" i="0" u="none" strike="noStrike" kern="1200" cap="none" spc="0" normalizeH="0" baseline="0" noProof="0" dirty="0">
                <a:ln>
                  <a:noFill/>
                </a:ln>
                <a:solidFill>
                  <a:srgbClr val="FF0000"/>
                </a:solidFill>
                <a:effectLst/>
                <a:uLnTx/>
                <a:uFillTx/>
                <a:latin typeface="標楷體" panose="03000509000000000000" pitchFamily="65" charset="-120"/>
                <a:ea typeface="標楷體" panose="03000509000000000000" pitchFamily="65" charset="-120"/>
                <a:cs typeface="+mn-cs"/>
                <a:hlinkClick r:id="rId4" action="ppaction://hlinkfile"/>
              </a:rPr>
              <a:t>作說明</a:t>
            </a:r>
            <a:endParaRPr kumimoji="0" lang="zh-TW" altLang="en-US" sz="1800" b="0" i="0" u="none" strike="noStrike" kern="1200" cap="none" spc="0" normalizeH="0" baseline="0" noProof="0" dirty="0">
              <a:ln>
                <a:noFill/>
              </a:ln>
              <a:solidFill>
                <a:srgbClr val="FF0000"/>
              </a:solidFill>
              <a:effectLst/>
              <a:uLnTx/>
              <a:uFillTx/>
              <a:latin typeface="標楷體" panose="03000509000000000000" pitchFamily="65" charset="-120"/>
              <a:ea typeface="標楷體" panose="03000509000000000000" pitchFamily="65" charset="-120"/>
              <a:cs typeface="+mn-cs"/>
            </a:endParaRPr>
          </a:p>
        </p:txBody>
      </p:sp>
      <p:sp>
        <p:nvSpPr>
          <p:cNvPr id="7" name="矩形 6"/>
          <p:cNvSpPr/>
          <p:nvPr/>
        </p:nvSpPr>
        <p:spPr>
          <a:xfrm>
            <a:off x="1065213" y="5113338"/>
            <a:ext cx="2438400" cy="381000"/>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TW" altLang="en-US" sz="1800" b="1" i="0" u="none" strike="noStrike" kern="1200" cap="none" spc="0" normalizeH="0" baseline="0" noProof="0" dirty="0">
                <a:ln>
                  <a:noFill/>
                </a:ln>
                <a:solidFill>
                  <a:srgbClr val="FFFFFF"/>
                </a:solidFill>
                <a:effectLst/>
                <a:uLnTx/>
                <a:uFillTx/>
                <a:latin typeface="標楷體" panose="03000509000000000000" pitchFamily="65" charset="-120"/>
                <a:ea typeface="標楷體" panose="03000509000000000000" pitchFamily="65" charset="-120"/>
                <a:cs typeface="+mn-cs"/>
              </a:rPr>
              <a:t>訓練樣本</a:t>
            </a:r>
            <a:endParaRPr kumimoji="0" lang="zh-TW" altLang="en-US" sz="1800" b="0" i="0" u="none" strike="noStrike" kern="1200" cap="none" spc="0" normalizeH="0" baseline="0" noProof="0" dirty="0">
              <a:ln>
                <a:noFill/>
              </a:ln>
              <a:solidFill>
                <a:srgbClr val="FFFFFF"/>
              </a:solidFill>
              <a:effectLst/>
              <a:uLnTx/>
              <a:uFillTx/>
              <a:latin typeface="標楷體" panose="03000509000000000000" pitchFamily="65" charset="-120"/>
              <a:ea typeface="標楷體" panose="03000509000000000000" pitchFamily="65" charset="-120"/>
              <a:cs typeface="+mn-cs"/>
            </a:endParaRPr>
          </a:p>
        </p:txBody>
      </p:sp>
      <p:sp>
        <p:nvSpPr>
          <p:cNvPr id="8" name="矩形 7"/>
          <p:cNvSpPr/>
          <p:nvPr/>
        </p:nvSpPr>
        <p:spPr>
          <a:xfrm>
            <a:off x="5637213" y="5106988"/>
            <a:ext cx="2438400" cy="381000"/>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TW" altLang="en-US" sz="1800" b="1" i="0" u="none" strike="noStrike" kern="1200" cap="none" spc="0" normalizeH="0" baseline="0" noProof="0" dirty="0">
                <a:ln>
                  <a:noFill/>
                </a:ln>
                <a:solidFill>
                  <a:srgbClr val="FFFFFF"/>
                </a:solidFill>
                <a:effectLst/>
                <a:uLnTx/>
                <a:uFillTx/>
                <a:latin typeface="標楷體" panose="03000509000000000000" pitchFamily="65" charset="-120"/>
                <a:ea typeface="標楷體" panose="03000509000000000000" pitchFamily="65" charset="-120"/>
                <a:cs typeface="+mn-cs"/>
              </a:rPr>
              <a:t>測試</a:t>
            </a:r>
            <a:r>
              <a:rPr kumimoji="0" lang="en-US" altLang="zh-TW" sz="1800" b="1" i="0" u="none" strike="noStrike" kern="1200" cap="none" spc="0" normalizeH="0" baseline="0" noProof="0" dirty="0">
                <a:ln>
                  <a:noFill/>
                </a:ln>
                <a:solidFill>
                  <a:srgbClr val="FFFFFF"/>
                </a:solidFill>
                <a:effectLst/>
                <a:uLnTx/>
                <a:uFillTx/>
                <a:latin typeface="標楷體" panose="03000509000000000000" pitchFamily="65" charset="-120"/>
                <a:ea typeface="標楷體" panose="03000509000000000000" pitchFamily="65" charset="-120"/>
                <a:cs typeface="+mn-cs"/>
              </a:rPr>
              <a:t>(</a:t>
            </a:r>
            <a:r>
              <a:rPr kumimoji="0" lang="zh-TW" altLang="en-US" sz="1800" b="1" i="0" u="none" strike="noStrike" kern="1200" cap="none" spc="0" normalizeH="0" baseline="0" noProof="0" dirty="0">
                <a:ln>
                  <a:noFill/>
                </a:ln>
                <a:solidFill>
                  <a:srgbClr val="FFFFFF"/>
                </a:solidFill>
                <a:effectLst/>
                <a:uLnTx/>
                <a:uFillTx/>
                <a:latin typeface="標楷體" panose="03000509000000000000" pitchFamily="65" charset="-120"/>
                <a:ea typeface="標楷體" panose="03000509000000000000" pitchFamily="65" charset="-120"/>
                <a:cs typeface="+mn-cs"/>
              </a:rPr>
              <a:t>驗證</a:t>
            </a:r>
            <a:r>
              <a:rPr kumimoji="0" lang="en-US" altLang="zh-TW" sz="1800" b="1" i="0" u="none" strike="noStrike" kern="1200" cap="none" spc="0" normalizeH="0" baseline="0" noProof="0" dirty="0">
                <a:ln>
                  <a:noFill/>
                </a:ln>
                <a:solidFill>
                  <a:srgbClr val="FFFFFF"/>
                </a:solidFill>
                <a:effectLst/>
                <a:uLnTx/>
                <a:uFillTx/>
                <a:latin typeface="標楷體" panose="03000509000000000000" pitchFamily="65" charset="-120"/>
                <a:ea typeface="標楷體" panose="03000509000000000000" pitchFamily="65" charset="-120"/>
                <a:cs typeface="+mn-cs"/>
              </a:rPr>
              <a:t>)</a:t>
            </a:r>
            <a:r>
              <a:rPr kumimoji="0" lang="zh-TW" altLang="en-US" sz="1800" b="1" i="0" u="none" strike="noStrike" kern="1200" cap="none" spc="0" normalizeH="0" baseline="0" noProof="0" dirty="0">
                <a:ln>
                  <a:noFill/>
                </a:ln>
                <a:solidFill>
                  <a:srgbClr val="FFFFFF"/>
                </a:solidFill>
                <a:effectLst/>
                <a:uLnTx/>
                <a:uFillTx/>
                <a:latin typeface="標楷體" panose="03000509000000000000" pitchFamily="65" charset="-120"/>
                <a:ea typeface="標楷體" panose="03000509000000000000" pitchFamily="65" charset="-120"/>
                <a:cs typeface="+mn-cs"/>
              </a:rPr>
              <a:t>樣本</a:t>
            </a:r>
            <a:endParaRPr kumimoji="0" lang="zh-TW" altLang="en-US" sz="1800" b="0" i="0" u="none" strike="noStrike" kern="1200" cap="none" spc="0" normalizeH="0" baseline="0" noProof="0" dirty="0">
              <a:ln>
                <a:noFill/>
              </a:ln>
              <a:solidFill>
                <a:srgbClr val="FFFFFF"/>
              </a:solidFill>
              <a:effectLst/>
              <a:uLnTx/>
              <a:uFillTx/>
              <a:latin typeface="標楷體" panose="03000509000000000000" pitchFamily="65" charset="-120"/>
              <a:ea typeface="標楷體" panose="03000509000000000000" pitchFamily="65" charset="-120"/>
              <a:cs typeface="+mn-cs"/>
            </a:endParaRPr>
          </a:p>
        </p:txBody>
      </p:sp>
    </p:spTree>
    <p:extLst>
      <p:ext uri="{BB962C8B-B14F-4D97-AF65-F5344CB8AC3E}">
        <p14:creationId xmlns:p14="http://schemas.microsoft.com/office/powerpoint/2010/main" val="319938997"/>
      </p:ext>
    </p:extLst>
  </p:cSld>
  <p:clrMapOvr>
    <a:masterClrMapping/>
  </p:clrMapOvr>
  <p:transition spd="slow">
    <p:cut/>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標題 1"/>
          <p:cNvSpPr>
            <a:spLocks noGrp="1"/>
          </p:cNvSpPr>
          <p:nvPr>
            <p:ph type="title"/>
          </p:nvPr>
        </p:nvSpPr>
        <p:spPr>
          <a:xfrm>
            <a:off x="1438275" y="26988"/>
            <a:ext cx="7696200" cy="1066800"/>
          </a:xfrm>
        </p:spPr>
        <p:txBody>
          <a:bodyPr/>
          <a:lstStyle/>
          <a:p>
            <a:r>
              <a:rPr lang="zh-TW" altLang="en-US" sz="3800" smtClean="0">
                <a:solidFill>
                  <a:srgbClr val="0000FF"/>
                </a:solidFill>
                <a:latin typeface="標楷體" panose="03000509000000000000" pitchFamily="65" charset="-120"/>
                <a:ea typeface="標楷體" panose="03000509000000000000" pitchFamily="65" charset="-120"/>
              </a:rPr>
              <a:t>測試</a:t>
            </a:r>
            <a:r>
              <a:rPr lang="en-US" altLang="zh-TW" sz="3800" smtClean="0">
                <a:solidFill>
                  <a:srgbClr val="0000FF"/>
                </a:solidFill>
                <a:latin typeface="標楷體" panose="03000509000000000000" pitchFamily="65" charset="-120"/>
                <a:ea typeface="標楷體" panose="03000509000000000000" pitchFamily="65" charset="-120"/>
              </a:rPr>
              <a:t>(</a:t>
            </a:r>
            <a:r>
              <a:rPr lang="zh-TW" altLang="en-US" sz="3800" smtClean="0">
                <a:solidFill>
                  <a:srgbClr val="0000FF"/>
                </a:solidFill>
                <a:latin typeface="標楷體" panose="03000509000000000000" pitchFamily="65" charset="-120"/>
                <a:ea typeface="標楷體" panose="03000509000000000000" pitchFamily="65" charset="-120"/>
              </a:rPr>
              <a:t>驗證</a:t>
            </a:r>
            <a:r>
              <a:rPr lang="en-US" altLang="zh-TW" sz="3800" smtClean="0">
                <a:solidFill>
                  <a:srgbClr val="0000FF"/>
                </a:solidFill>
                <a:latin typeface="標楷體" panose="03000509000000000000" pitchFamily="65" charset="-120"/>
                <a:ea typeface="標楷體" panose="03000509000000000000" pitchFamily="65" charset="-120"/>
              </a:rPr>
              <a:t>)</a:t>
            </a:r>
            <a:r>
              <a:rPr lang="zh-TW" altLang="en-US" sz="3800" smtClean="0">
                <a:solidFill>
                  <a:srgbClr val="0000FF"/>
                </a:solidFill>
                <a:latin typeface="標楷體" panose="03000509000000000000" pitchFamily="65" charset="-120"/>
                <a:ea typeface="標楷體" panose="03000509000000000000" pitchFamily="65" charset="-120"/>
              </a:rPr>
              <a:t>樣本的數據如何產生的</a:t>
            </a:r>
            <a:r>
              <a:rPr lang="en-US" altLang="zh-TW" sz="3800" smtClean="0">
                <a:solidFill>
                  <a:srgbClr val="0000FF"/>
                </a:solidFill>
                <a:latin typeface="標楷體" panose="03000509000000000000" pitchFamily="65" charset="-120"/>
                <a:ea typeface="標楷體" panose="03000509000000000000" pitchFamily="65" charset="-120"/>
              </a:rPr>
              <a:t>?</a:t>
            </a:r>
            <a:endParaRPr lang="zh-TW" altLang="en-US" sz="3800" smtClean="0">
              <a:solidFill>
                <a:srgbClr val="0000FF"/>
              </a:solidFill>
            </a:endParaRPr>
          </a:p>
        </p:txBody>
      </p:sp>
      <p:pic>
        <p:nvPicPr>
          <p:cNvPr id="12291"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33338" y="60325"/>
            <a:ext cx="1566862" cy="6775450"/>
          </a:xfrm>
        </p:spPr>
      </p:pic>
      <p:pic>
        <p:nvPicPr>
          <p:cNvPr id="12292" name="圖片 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962400" y="1219200"/>
            <a:ext cx="5038725" cy="5038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向右箭號 5"/>
          <p:cNvSpPr/>
          <p:nvPr/>
        </p:nvSpPr>
        <p:spPr>
          <a:xfrm>
            <a:off x="1676400" y="3203575"/>
            <a:ext cx="2286000" cy="7620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TW" altLang="en-US" sz="1800" b="0" i="0" u="none" strike="noStrike" kern="1200" cap="none" spc="0" normalizeH="0" baseline="0" noProof="0">
              <a:ln>
                <a:noFill/>
              </a:ln>
              <a:solidFill>
                <a:srgbClr val="FFFFFF"/>
              </a:solidFill>
              <a:effectLst/>
              <a:uLnTx/>
              <a:uFillTx/>
              <a:latin typeface="Arial"/>
              <a:ea typeface="宋体"/>
              <a:cs typeface="+mn-cs"/>
            </a:endParaRPr>
          </a:p>
        </p:txBody>
      </p:sp>
      <p:sp>
        <p:nvSpPr>
          <p:cNvPr id="7" name="動作按鈕: 說明 6">
            <a:hlinkClick r:id="" action="ppaction://noaction" highlightClick="1"/>
          </p:cNvPr>
          <p:cNvSpPr/>
          <p:nvPr/>
        </p:nvSpPr>
        <p:spPr>
          <a:xfrm>
            <a:off x="2133600" y="1981200"/>
            <a:ext cx="1143000" cy="1222375"/>
          </a:xfrm>
          <a:prstGeom prst="actionButtonHelp">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TW" altLang="en-US" sz="1800" b="0" i="0" u="none" strike="noStrike" kern="1200" cap="none" spc="0" normalizeH="0" baseline="0" noProof="0">
              <a:ln>
                <a:noFill/>
              </a:ln>
              <a:solidFill>
                <a:srgbClr val="FF0000"/>
              </a:solidFill>
              <a:effectLst/>
              <a:uLnTx/>
              <a:uFillTx/>
              <a:latin typeface="Arial"/>
              <a:ea typeface="宋体"/>
              <a:cs typeface="+mn-cs"/>
            </a:endParaRPr>
          </a:p>
        </p:txBody>
      </p:sp>
    </p:spTree>
    <p:extLst>
      <p:ext uri="{BB962C8B-B14F-4D97-AF65-F5344CB8AC3E}">
        <p14:creationId xmlns:p14="http://schemas.microsoft.com/office/powerpoint/2010/main" val="420933463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投影片編號版面配置區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755218F5-3D10-4110-B2B1-DCB0DE1947C4}" type="slidenum">
              <a:rPr kumimoji="0" lang="en-US" altLang="zh-TW" sz="14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24</a:t>
            </a:fld>
            <a:endParaRPr kumimoji="0" lang="en-US" altLang="zh-TW" sz="14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3315" name="矩形 2"/>
          <p:cNvSpPr>
            <a:spLocks noChangeArrowheads="1"/>
          </p:cNvSpPr>
          <p:nvPr/>
        </p:nvSpPr>
        <p:spPr bwMode="auto">
          <a:xfrm>
            <a:off x="509588" y="2057400"/>
            <a:ext cx="8351837" cy="2528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ts val="3800"/>
              </a:lnSpc>
              <a:spcBef>
                <a:spcPct val="0"/>
              </a:spcBef>
              <a:spcAft>
                <a:spcPct val="0"/>
              </a:spcAft>
              <a:buClrTx/>
              <a:buSzTx/>
              <a:buFontTx/>
              <a:buNone/>
              <a:tabLst/>
              <a:defRPr/>
            </a:pPr>
            <a:r>
              <a:rPr kumimoji="0" lang="en-US" altLang="zh-TW" sz="2800" b="0" i="0" u="none" strike="noStrike" kern="1200" cap="none" spc="0" normalizeH="0" baseline="0" noProof="0" smtClean="0">
                <a:ln>
                  <a:noFill/>
                </a:ln>
                <a:solidFill>
                  <a:srgbClr val="000000"/>
                </a:solidFill>
                <a:effectLst/>
                <a:uLnTx/>
                <a:uFillTx/>
                <a:latin typeface="標楷體" panose="03000509000000000000" pitchFamily="65" charset="-120"/>
                <a:ea typeface="標楷體" panose="03000509000000000000" pitchFamily="65" charset="-120"/>
                <a:cs typeface="+mn-cs"/>
              </a:rPr>
              <a:t>1. </a:t>
            </a:r>
            <a:r>
              <a:rPr kumimoji="0" lang="zh-TW" altLang="en-US" sz="2800" b="0" i="0" u="none" strike="noStrike" kern="1200" cap="none" spc="0" normalizeH="0" baseline="0" noProof="0" smtClean="0">
                <a:ln>
                  <a:noFill/>
                </a:ln>
                <a:solidFill>
                  <a:srgbClr val="FF0000"/>
                </a:solidFill>
                <a:effectLst/>
                <a:uLnTx/>
                <a:uFillTx/>
                <a:latin typeface="標楷體" panose="03000509000000000000" pitchFamily="65" charset="-120"/>
                <a:ea typeface="標楷體" panose="03000509000000000000" pitchFamily="65" charset="-120"/>
                <a:cs typeface="+mn-cs"/>
              </a:rPr>
              <a:t>變數權重</a:t>
            </a:r>
            <a:r>
              <a:rPr kumimoji="0" lang="zh-TW" altLang="en-US" sz="2800" b="0" i="0" u="none" strike="noStrike" kern="1200" cap="none" spc="0" normalizeH="0" baseline="0" noProof="0" smtClean="0">
                <a:ln>
                  <a:noFill/>
                </a:ln>
                <a:solidFill>
                  <a:srgbClr val="000000"/>
                </a:solidFill>
                <a:effectLst/>
                <a:uLnTx/>
                <a:uFillTx/>
                <a:latin typeface="標楷體" panose="03000509000000000000" pitchFamily="65" charset="-120"/>
                <a:ea typeface="標楷體" panose="03000509000000000000" pitchFamily="65" charset="-120"/>
                <a:cs typeface="+mn-cs"/>
              </a:rPr>
              <a:t>、</a:t>
            </a:r>
            <a:r>
              <a:rPr kumimoji="0" lang="zh-TW" altLang="en-US" sz="2800" b="0" i="0" u="none" strike="noStrike" kern="1200" cap="none" spc="0" normalizeH="0" baseline="0" noProof="0" smtClean="0">
                <a:ln>
                  <a:noFill/>
                </a:ln>
                <a:solidFill>
                  <a:srgbClr val="FF0000"/>
                </a:solidFill>
                <a:effectLst/>
                <a:uLnTx/>
                <a:uFillTx/>
                <a:latin typeface="標楷體" panose="03000509000000000000" pitchFamily="65" charset="-120"/>
                <a:ea typeface="標楷體" panose="03000509000000000000" pitchFamily="65" charset="-120"/>
                <a:cs typeface="+mn-cs"/>
              </a:rPr>
              <a:t>半徑平方倒數</a:t>
            </a:r>
            <a:r>
              <a:rPr kumimoji="0" lang="zh-TW" altLang="en-US" sz="2800" b="0" i="0" u="none" strike="noStrike" kern="1200" cap="none" spc="0" normalizeH="0" baseline="0" noProof="0" smtClean="0">
                <a:ln>
                  <a:noFill/>
                </a:ln>
                <a:solidFill>
                  <a:srgbClr val="000000"/>
                </a:solidFill>
                <a:effectLst/>
                <a:uLnTx/>
                <a:uFillTx/>
                <a:latin typeface="標楷體" panose="03000509000000000000" pitchFamily="65" charset="-120"/>
                <a:ea typeface="標楷體" panose="03000509000000000000" pitchFamily="65" charset="-120"/>
                <a:cs typeface="+mn-cs"/>
              </a:rPr>
              <a:t>這兩種參數是最近鄰居分類的重要參數，可用最佳化方法找出最佳值。</a:t>
            </a:r>
          </a:p>
          <a:p>
            <a:pPr marL="0" marR="0" lvl="0" indent="0" algn="l" defTabSz="914400" rtl="0" eaLnBrk="0" fontAlgn="base" latinLnBrk="0" hangingPunct="0">
              <a:lnSpc>
                <a:spcPts val="3800"/>
              </a:lnSpc>
              <a:spcBef>
                <a:spcPct val="0"/>
              </a:spcBef>
              <a:spcAft>
                <a:spcPct val="0"/>
              </a:spcAft>
              <a:buClrTx/>
              <a:buSzTx/>
              <a:buFontTx/>
              <a:buNone/>
              <a:tabLst/>
              <a:defRPr/>
            </a:pPr>
            <a:endParaRPr kumimoji="0" lang="en-US" altLang="zh-TW" sz="2800" b="0" i="0" u="none" strike="noStrike" kern="1200" cap="none" spc="0" normalizeH="0" baseline="0" noProof="0" smtClean="0">
              <a:ln>
                <a:noFill/>
              </a:ln>
              <a:solidFill>
                <a:srgbClr val="000000"/>
              </a:solidFill>
              <a:effectLst/>
              <a:uLnTx/>
              <a:uFillTx/>
              <a:latin typeface="標楷體" panose="03000509000000000000" pitchFamily="65" charset="-120"/>
              <a:ea typeface="標楷體" panose="03000509000000000000" pitchFamily="65" charset="-120"/>
              <a:cs typeface="+mn-cs"/>
            </a:endParaRPr>
          </a:p>
          <a:p>
            <a:pPr marL="0" marR="0" lvl="0" indent="0" algn="l" defTabSz="914400" rtl="0" eaLnBrk="0" fontAlgn="base" latinLnBrk="0" hangingPunct="0">
              <a:lnSpc>
                <a:spcPts val="3800"/>
              </a:lnSpc>
              <a:spcBef>
                <a:spcPct val="0"/>
              </a:spcBef>
              <a:spcAft>
                <a:spcPct val="0"/>
              </a:spcAft>
              <a:buClrTx/>
              <a:buSzTx/>
              <a:buFontTx/>
              <a:buNone/>
              <a:tabLst/>
              <a:defRPr/>
            </a:pPr>
            <a:r>
              <a:rPr kumimoji="0" lang="en-US" altLang="zh-TW" sz="2800" b="0" i="0" u="none" strike="noStrike" kern="1200" cap="none" spc="0" normalizeH="0" baseline="0" noProof="0" smtClean="0">
                <a:ln>
                  <a:noFill/>
                </a:ln>
                <a:solidFill>
                  <a:srgbClr val="000000"/>
                </a:solidFill>
                <a:effectLst/>
                <a:uLnTx/>
                <a:uFillTx/>
                <a:latin typeface="標楷體" panose="03000509000000000000" pitchFamily="65" charset="-120"/>
                <a:ea typeface="標楷體" panose="03000509000000000000" pitchFamily="65" charset="-120"/>
                <a:cs typeface="+mn-cs"/>
              </a:rPr>
              <a:t>2. </a:t>
            </a:r>
            <a:r>
              <a:rPr kumimoji="0" lang="zh-TW" altLang="en-US" sz="2800" b="0" i="0" u="none" strike="noStrike" kern="1200" cap="none" spc="0" normalizeH="0" baseline="0" noProof="0" smtClean="0">
                <a:ln>
                  <a:noFill/>
                </a:ln>
                <a:solidFill>
                  <a:srgbClr val="000000"/>
                </a:solidFill>
                <a:effectLst/>
                <a:uLnTx/>
                <a:uFillTx/>
                <a:latin typeface="標楷體" panose="03000509000000000000" pitchFamily="65" charset="-120"/>
                <a:ea typeface="標楷體" panose="03000509000000000000" pitchFamily="65" charset="-120"/>
                <a:cs typeface="+mn-cs"/>
              </a:rPr>
              <a:t>只用重要的變數而捨棄不重要的變數，可建立更精確的模式。</a:t>
            </a:r>
          </a:p>
        </p:txBody>
      </p:sp>
      <p:sp>
        <p:nvSpPr>
          <p:cNvPr id="13316" name="AutoShape 35">
            <a:hlinkClick r:id="rId3" action="ppaction://hlinksldjump" highlightClick="1"/>
          </p:cNvPr>
          <p:cNvSpPr>
            <a:spLocks noChangeArrowheads="1"/>
          </p:cNvSpPr>
          <p:nvPr/>
        </p:nvSpPr>
        <p:spPr bwMode="auto">
          <a:xfrm>
            <a:off x="8642350" y="6323013"/>
            <a:ext cx="501650" cy="431800"/>
          </a:xfrm>
          <a:prstGeom prst="actionButtonHome">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smtClean="0">
              <a:ln>
                <a:noFill/>
              </a:ln>
              <a:solidFill>
                <a:srgbClr val="000000"/>
              </a:solidFill>
              <a:effectLst/>
              <a:uLnTx/>
              <a:uFillTx/>
              <a:latin typeface="Arial" panose="020B0604020202020204" pitchFamily="34" charset="0"/>
              <a:ea typeface="新細明體" panose="02020500000000000000" pitchFamily="18" charset="-120"/>
              <a:cs typeface="+mn-cs"/>
            </a:endParaRPr>
          </a:p>
        </p:txBody>
      </p:sp>
      <p:sp>
        <p:nvSpPr>
          <p:cNvPr id="13317" name="文字方塊 1"/>
          <p:cNvSpPr txBox="1">
            <a:spLocks noChangeArrowheads="1"/>
          </p:cNvSpPr>
          <p:nvPr/>
        </p:nvSpPr>
        <p:spPr bwMode="auto">
          <a:xfrm flipH="1">
            <a:off x="758825" y="425450"/>
            <a:ext cx="7853363" cy="769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rgbClr val="000000"/>
              </a:buClr>
              <a:buSzPct val="75000"/>
              <a:buFont typeface="Wingdings" panose="05000000000000000000" pitchFamily="2" charset="2"/>
              <a:buNone/>
              <a:tabLst/>
              <a:defRPr/>
            </a:pPr>
            <a:r>
              <a:rPr kumimoji="0" lang="en-US" altLang="zh-TW" sz="4400" b="0" i="0" u="none" strike="noStrike" kern="1200" cap="none" spc="0" normalizeH="0" baseline="0" noProof="0" smtClean="0">
                <a:ln>
                  <a:noFill/>
                </a:ln>
                <a:solidFill>
                  <a:srgbClr val="0000FF"/>
                </a:solidFill>
                <a:effectLst/>
                <a:uLnTx/>
                <a:uFillTx/>
                <a:latin typeface="標楷體" panose="03000509000000000000" pitchFamily="65" charset="-120"/>
                <a:ea typeface="標楷體" panose="03000509000000000000" pitchFamily="65" charset="-120"/>
                <a:cs typeface="+mn-cs"/>
              </a:rPr>
              <a:t>KNN-</a:t>
            </a:r>
            <a:r>
              <a:rPr kumimoji="1" lang="zh-TW" altLang="en-US" sz="4400" b="1" i="0" u="none" strike="noStrike" kern="1200" cap="none" spc="0" normalizeH="0" baseline="0" noProof="0" smtClean="0">
                <a:ln>
                  <a:noFill/>
                </a:ln>
                <a:solidFill>
                  <a:srgbClr val="0000FF"/>
                </a:solidFill>
                <a:effectLst/>
                <a:uLnTx/>
                <a:uFillTx/>
                <a:latin typeface="標楷體" panose="03000509000000000000" pitchFamily="65" charset="-120"/>
                <a:ea typeface="標楷體" panose="03000509000000000000" pitchFamily="65" charset="-120"/>
                <a:cs typeface="新細明體" panose="02020500000000000000" pitchFamily="18" charset="-120"/>
              </a:rPr>
              <a:t>小結</a:t>
            </a:r>
          </a:p>
        </p:txBody>
      </p:sp>
    </p:spTree>
    <p:extLst>
      <p:ext uri="{BB962C8B-B14F-4D97-AF65-F5344CB8AC3E}">
        <p14:creationId xmlns:p14="http://schemas.microsoft.com/office/powerpoint/2010/main" val="2275443599"/>
      </p:ext>
    </p:extLst>
  </p:cSld>
  <p:clrMapOvr>
    <a:masterClrMapping/>
  </p:clrMapOvr>
  <p:transition spd="slow">
    <p:cut/>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標題 1"/>
          <p:cNvSpPr>
            <a:spLocks noGrp="1"/>
          </p:cNvSpPr>
          <p:nvPr>
            <p:ph type="title"/>
          </p:nvPr>
        </p:nvSpPr>
        <p:spPr>
          <a:xfrm>
            <a:off x="762000" y="76200"/>
            <a:ext cx="7620000" cy="1295400"/>
          </a:xfrm>
        </p:spPr>
        <p:txBody>
          <a:bodyPr/>
          <a:lstStyle/>
          <a:p>
            <a:r>
              <a:rPr kumimoji="1" lang="zh-TW" altLang="en-US" smtClean="0">
                <a:solidFill>
                  <a:srgbClr val="0000FF"/>
                </a:solidFill>
                <a:latin typeface="標楷體" panose="03000509000000000000" pitchFamily="65" charset="-120"/>
                <a:ea typeface="標楷體" panose="03000509000000000000" pitchFamily="65" charset="-120"/>
                <a:cs typeface="新細明體" panose="02020500000000000000" pitchFamily="18" charset="-120"/>
              </a:rPr>
              <a:t>補充資料</a:t>
            </a:r>
            <a:r>
              <a:rPr kumimoji="1" lang="en-US" altLang="zh-TW" smtClean="0">
                <a:solidFill>
                  <a:srgbClr val="0000FF"/>
                </a:solidFill>
                <a:latin typeface="標楷體" panose="03000509000000000000" pitchFamily="65" charset="-120"/>
                <a:ea typeface="標楷體" panose="03000509000000000000" pitchFamily="65" charset="-120"/>
                <a:cs typeface="新細明體" panose="02020500000000000000" pitchFamily="18" charset="-120"/>
              </a:rPr>
              <a:t>:</a:t>
            </a:r>
            <a:r>
              <a:rPr lang="zh-TW" altLang="en-US" smtClean="0">
                <a:solidFill>
                  <a:srgbClr val="0000FF"/>
                </a:solidFill>
                <a:latin typeface="標楷體" panose="03000509000000000000" pitchFamily="65" charset="-120"/>
                <a:ea typeface="標楷體" panose="03000509000000000000" pitchFamily="65" charset="-120"/>
                <a:cs typeface="新細明體" panose="02020500000000000000" pitchFamily="18" charset="-120"/>
              </a:rPr>
              <a:t>資料探勘</a:t>
            </a:r>
            <a:endParaRPr lang="zh-TW" altLang="en-US" smtClean="0">
              <a:latin typeface="標楷體" panose="03000509000000000000" pitchFamily="65" charset="-120"/>
              <a:ea typeface="標楷體" panose="03000509000000000000" pitchFamily="65" charset="-120"/>
              <a:cs typeface="新細明體" panose="02020500000000000000" pitchFamily="18" charset="-120"/>
            </a:endParaRPr>
          </a:p>
        </p:txBody>
      </p:sp>
      <p:sp>
        <p:nvSpPr>
          <p:cNvPr id="15363" name="內容版面配置區 2"/>
          <p:cNvSpPr>
            <a:spLocks noGrp="1"/>
          </p:cNvSpPr>
          <p:nvPr>
            <p:ph idx="1"/>
          </p:nvPr>
        </p:nvSpPr>
        <p:spPr>
          <a:xfrm>
            <a:off x="304800" y="1524000"/>
            <a:ext cx="8610600" cy="4343400"/>
          </a:xfrm>
        </p:spPr>
        <p:txBody>
          <a:bodyPr/>
          <a:lstStyle/>
          <a:p>
            <a:r>
              <a:rPr lang="zh-TW" altLang="en-US" sz="2800" smtClean="0">
                <a:latin typeface="標楷體" panose="03000509000000000000" pitchFamily="65" charset="-120"/>
                <a:ea typeface="標楷體" panose="03000509000000000000" pitchFamily="65" charset="-120"/>
              </a:rPr>
              <a:t>跨領域的學科，使用</a:t>
            </a:r>
            <a:r>
              <a:rPr lang="zh-TW" altLang="en-US" sz="2800" smtClean="0">
                <a:solidFill>
                  <a:srgbClr val="FF0000"/>
                </a:solidFill>
                <a:latin typeface="標楷體" panose="03000509000000000000" pitchFamily="65" charset="-120"/>
                <a:ea typeface="標楷體" panose="03000509000000000000" pitchFamily="65" charset="-120"/>
              </a:rPr>
              <a:t>的方法包括統計學、推論統計、機器學習、資料庫和資訊程式的編寫。</a:t>
            </a:r>
            <a:endParaRPr lang="en-US" altLang="zh-TW" sz="2800" smtClean="0">
              <a:solidFill>
                <a:srgbClr val="FF0000"/>
              </a:solidFill>
              <a:latin typeface="標楷體" panose="03000509000000000000" pitchFamily="65" charset="-120"/>
              <a:ea typeface="標楷體" panose="03000509000000000000" pitchFamily="65" charset="-120"/>
            </a:endParaRPr>
          </a:p>
          <a:p>
            <a:r>
              <a:rPr lang="zh-TW" altLang="en-US" sz="2800" smtClean="0">
                <a:latin typeface="標楷體" panose="03000509000000000000" pitchFamily="65" charset="-120"/>
                <a:ea typeface="標楷體" panose="03000509000000000000" pitchFamily="65" charset="-120"/>
              </a:rPr>
              <a:t>目的</a:t>
            </a:r>
            <a:r>
              <a:rPr lang="en-US" altLang="zh-TW" sz="2800" smtClean="0">
                <a:latin typeface="標楷體" panose="03000509000000000000" pitchFamily="65" charset="-120"/>
                <a:ea typeface="標楷體" panose="03000509000000000000" pitchFamily="65" charset="-120"/>
              </a:rPr>
              <a:t>:</a:t>
            </a:r>
            <a:r>
              <a:rPr lang="zh-TW" altLang="en-US" sz="2800" smtClean="0">
                <a:solidFill>
                  <a:srgbClr val="0000FF"/>
                </a:solidFill>
                <a:latin typeface="標楷體" panose="03000509000000000000" pitchFamily="65" charset="-120"/>
                <a:ea typeface="標楷體" panose="03000509000000000000" pitchFamily="65" charset="-120"/>
              </a:rPr>
              <a:t>在資料庫中發掘有價值的資訊，轉化成可以理解的結構，提供未來決策使用</a:t>
            </a:r>
            <a:r>
              <a:rPr lang="zh-TW" altLang="en-US" sz="2800" smtClean="0">
                <a:latin typeface="標楷體" panose="03000509000000000000" pitchFamily="65" charset="-120"/>
                <a:ea typeface="標楷體" panose="03000509000000000000" pitchFamily="65" charset="-120"/>
              </a:rPr>
              <a:t>。</a:t>
            </a:r>
            <a:endParaRPr lang="en-US" altLang="zh-TW" sz="2800" smtClean="0">
              <a:latin typeface="標楷體" panose="03000509000000000000" pitchFamily="65" charset="-120"/>
              <a:ea typeface="標楷體" panose="03000509000000000000" pitchFamily="65" charset="-120"/>
            </a:endParaRPr>
          </a:p>
          <a:p>
            <a:r>
              <a:rPr lang="zh-TW" altLang="en-US" sz="2800" smtClean="0">
                <a:latin typeface="標楷體" panose="03000509000000000000" pitchFamily="65" charset="-120"/>
                <a:ea typeface="標楷體" panose="03000509000000000000" pitchFamily="65" charset="-120"/>
              </a:rPr>
              <a:t>資料探勘不是一個單一的動作，而是一個系統性的「資料庫知識發現」的流程，包含原始資料分析、</a:t>
            </a:r>
            <a:r>
              <a:rPr lang="zh-TW" altLang="en-US" sz="2800" smtClean="0">
                <a:solidFill>
                  <a:srgbClr val="FF0000"/>
                </a:solidFill>
                <a:latin typeface="標楷體" panose="03000509000000000000" pitchFamily="65" charset="-120"/>
                <a:ea typeface="標楷體" panose="03000509000000000000" pitchFamily="65" charset="-120"/>
              </a:rPr>
              <a:t>資料預處理、建模</a:t>
            </a:r>
            <a:r>
              <a:rPr lang="zh-TW" altLang="en-US" sz="2800" smtClean="0">
                <a:latin typeface="標楷體" panose="03000509000000000000" pitchFamily="65" charset="-120"/>
                <a:ea typeface="標楷體" panose="03000509000000000000" pitchFamily="65" charset="-120"/>
              </a:rPr>
              <a:t>、推論、解釋、</a:t>
            </a:r>
            <a:r>
              <a:rPr lang="zh-TW" altLang="en-US" sz="2800" smtClean="0">
                <a:solidFill>
                  <a:srgbClr val="FF0000"/>
                </a:solidFill>
                <a:latin typeface="標楷體" panose="03000509000000000000" pitchFamily="65" charset="-120"/>
                <a:ea typeface="標楷體" panose="03000509000000000000" pitchFamily="65" charset="-120"/>
              </a:rPr>
              <a:t>視覺化</a:t>
            </a:r>
            <a:r>
              <a:rPr lang="zh-TW" altLang="en-US" sz="2800" smtClean="0">
                <a:latin typeface="標楷體" panose="03000509000000000000" pitchFamily="65" charset="-120"/>
                <a:ea typeface="標楷體" panose="03000509000000000000" pitchFamily="65" charset="-120"/>
              </a:rPr>
              <a:t> ，資料探勘的實務工作是以半自動化、或自動化分析大規模的資料，以提取未知的、有價值的潛在資訊。</a:t>
            </a:r>
          </a:p>
        </p:txBody>
      </p:sp>
      <p:sp>
        <p:nvSpPr>
          <p:cNvPr id="2" name="矩形 1"/>
          <p:cNvSpPr/>
          <p:nvPr/>
        </p:nvSpPr>
        <p:spPr>
          <a:xfrm>
            <a:off x="1905000" y="6326188"/>
            <a:ext cx="5638800" cy="304800"/>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TW" altLang="en-US" sz="1800" b="0" i="0" u="none" strike="noStrike" kern="1200" cap="none" spc="0" normalizeH="0" baseline="0" noProof="0" dirty="0">
                <a:ln>
                  <a:noFill/>
                </a:ln>
                <a:solidFill>
                  <a:srgbClr val="FFFFFF"/>
                </a:solidFill>
                <a:effectLst/>
                <a:uLnTx/>
                <a:uFillTx/>
                <a:latin typeface="標楷體" panose="03000509000000000000" pitchFamily="65" charset="-120"/>
                <a:ea typeface="標楷體" panose="03000509000000000000" pitchFamily="65" charset="-120"/>
                <a:cs typeface="+mn-cs"/>
              </a:rPr>
              <a:t>資料來源</a:t>
            </a:r>
            <a:r>
              <a:rPr kumimoji="0" lang="en-US" altLang="zh-TW" sz="1800" b="0" i="0" u="none" strike="noStrike" kern="1200" cap="none" spc="0" normalizeH="0" baseline="0" noProof="0" dirty="0">
                <a:ln>
                  <a:noFill/>
                </a:ln>
                <a:solidFill>
                  <a:srgbClr val="FFFFFF"/>
                </a:solidFill>
                <a:effectLst/>
                <a:uLnTx/>
                <a:uFillTx/>
                <a:latin typeface="標楷體" panose="03000509000000000000" pitchFamily="65" charset="-120"/>
                <a:ea typeface="標楷體" panose="03000509000000000000" pitchFamily="65" charset="-120"/>
                <a:cs typeface="+mn-cs"/>
              </a:rPr>
              <a:t>: </a:t>
            </a:r>
            <a:r>
              <a:rPr kumimoji="0" lang="zh-TW" altLang="en-US" sz="1800" b="0" i="0" u="none" strike="noStrike" kern="1200" cap="none" spc="0" normalizeH="0" baseline="0" noProof="0" dirty="0">
                <a:ln>
                  <a:noFill/>
                </a:ln>
                <a:solidFill>
                  <a:srgbClr val="FFFFFF"/>
                </a:solidFill>
                <a:effectLst/>
                <a:uLnTx/>
                <a:uFillTx/>
                <a:latin typeface="標楷體" panose="03000509000000000000" pitchFamily="65" charset="-120"/>
                <a:ea typeface="標楷體" panose="03000509000000000000" pitchFamily="65" charset="-120"/>
                <a:cs typeface="+mn-cs"/>
              </a:rPr>
              <a:t>慈濟科技大學</a:t>
            </a:r>
            <a:r>
              <a:rPr kumimoji="0" lang="en-US" altLang="zh-TW" sz="1800" b="0" i="0" u="none" strike="noStrike" kern="1200" cap="none" spc="0" normalizeH="0" baseline="0" noProof="0" dirty="0">
                <a:ln>
                  <a:noFill/>
                </a:ln>
                <a:solidFill>
                  <a:srgbClr val="FFFFFF"/>
                </a:solidFill>
                <a:effectLst/>
                <a:uLnTx/>
                <a:uFillTx/>
                <a:latin typeface="標楷體" panose="03000509000000000000" pitchFamily="65" charset="-120"/>
                <a:ea typeface="標楷體" panose="03000509000000000000" pitchFamily="65" charset="-120"/>
                <a:cs typeface="+mn-cs"/>
              </a:rPr>
              <a:t>110/10/21 </a:t>
            </a:r>
            <a:r>
              <a:rPr kumimoji="0" lang="zh-TW" altLang="en-US" sz="1800" b="0" i="0" u="none" strike="noStrike" kern="1200" cap="none" spc="0" normalizeH="0" baseline="0" noProof="0" dirty="0">
                <a:ln>
                  <a:noFill/>
                </a:ln>
                <a:solidFill>
                  <a:srgbClr val="FFFFFF"/>
                </a:solidFill>
                <a:effectLst/>
                <a:uLnTx/>
                <a:uFillTx/>
                <a:latin typeface="標楷體" panose="03000509000000000000" pitchFamily="65" charset="-120"/>
                <a:ea typeface="標楷體" panose="03000509000000000000" pitchFamily="65" charset="-120"/>
                <a:cs typeface="+mn-cs"/>
              </a:rPr>
              <a:t>校內</a:t>
            </a:r>
            <a:r>
              <a:rPr kumimoji="0" lang="en-US" altLang="zh-TW" sz="1800" b="0" i="0" u="none" strike="noStrike" kern="1200" cap="none" spc="0" normalizeH="0" baseline="0" noProof="0" dirty="0">
                <a:ln>
                  <a:noFill/>
                </a:ln>
                <a:solidFill>
                  <a:srgbClr val="FFFFFF"/>
                </a:solidFill>
                <a:effectLst/>
                <a:uLnTx/>
                <a:uFillTx/>
                <a:latin typeface="標楷體" panose="03000509000000000000" pitchFamily="65" charset="-120"/>
                <a:ea typeface="標楷體" panose="03000509000000000000" pitchFamily="65" charset="-120"/>
                <a:cs typeface="+mn-cs"/>
              </a:rPr>
              <a:t>AI</a:t>
            </a:r>
            <a:r>
              <a:rPr kumimoji="0" lang="zh-TW" altLang="en-US" sz="1800" b="0" i="0" u="none" strike="noStrike" kern="1200" cap="none" spc="0" normalizeH="0" baseline="0" noProof="0" dirty="0">
                <a:ln>
                  <a:noFill/>
                </a:ln>
                <a:solidFill>
                  <a:srgbClr val="FFFFFF"/>
                </a:solidFill>
                <a:effectLst/>
                <a:uLnTx/>
                <a:uFillTx/>
                <a:latin typeface="標楷體" panose="03000509000000000000" pitchFamily="65" charset="-120"/>
                <a:ea typeface="標楷體" panose="03000509000000000000" pitchFamily="65" charset="-120"/>
                <a:cs typeface="+mn-cs"/>
              </a:rPr>
              <a:t>研習營</a:t>
            </a:r>
          </a:p>
        </p:txBody>
      </p:sp>
    </p:spTree>
    <p:extLst>
      <p:ext uri="{BB962C8B-B14F-4D97-AF65-F5344CB8AC3E}">
        <p14:creationId xmlns:p14="http://schemas.microsoft.com/office/powerpoint/2010/main" val="3406440259"/>
      </p:ext>
    </p:extLst>
  </p:cSld>
  <p:clrMapOvr>
    <a:masterClrMapping/>
  </p:clrMapOvr>
  <p:transition spd="slow">
    <p:cut/>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標題 1"/>
          <p:cNvSpPr>
            <a:spLocks noGrp="1"/>
          </p:cNvSpPr>
          <p:nvPr>
            <p:ph type="title"/>
          </p:nvPr>
        </p:nvSpPr>
        <p:spPr/>
        <p:txBody>
          <a:bodyPr/>
          <a:lstStyle/>
          <a:p>
            <a:r>
              <a:rPr lang="zh-TW" altLang="en-US" smtClean="0">
                <a:solidFill>
                  <a:srgbClr val="0000FF"/>
                </a:solidFill>
                <a:latin typeface="標楷體" panose="03000509000000000000" pitchFamily="65" charset="-120"/>
                <a:ea typeface="標楷體" panose="03000509000000000000" pitchFamily="65" charset="-120"/>
              </a:rPr>
              <a:t>資料探勘 </a:t>
            </a:r>
            <a:r>
              <a:rPr lang="en-US" altLang="zh-TW" smtClean="0">
                <a:solidFill>
                  <a:srgbClr val="0000FF"/>
                </a:solidFill>
                <a:latin typeface="標楷體" panose="03000509000000000000" pitchFamily="65" charset="-120"/>
                <a:ea typeface="標楷體" panose="03000509000000000000" pitchFamily="65" charset="-120"/>
              </a:rPr>
              <a:t>vs</a:t>
            </a:r>
            <a:r>
              <a:rPr lang="zh-TW" altLang="en-US" smtClean="0">
                <a:solidFill>
                  <a:srgbClr val="0000FF"/>
                </a:solidFill>
                <a:latin typeface="標楷體" panose="03000509000000000000" pitchFamily="65" charset="-120"/>
                <a:ea typeface="標楷體" panose="03000509000000000000" pitchFamily="65" charset="-120"/>
              </a:rPr>
              <a:t>人工智慧</a:t>
            </a:r>
            <a:endParaRPr lang="zh-TW" altLang="en-US" smtClean="0">
              <a:solidFill>
                <a:srgbClr val="0000FF"/>
              </a:solidFill>
            </a:endParaRPr>
          </a:p>
        </p:txBody>
      </p:sp>
      <p:sp>
        <p:nvSpPr>
          <p:cNvPr id="19459" name="內容版面配置區 2"/>
          <p:cNvSpPr>
            <a:spLocks noGrp="1"/>
          </p:cNvSpPr>
          <p:nvPr>
            <p:ph idx="1"/>
          </p:nvPr>
        </p:nvSpPr>
        <p:spPr>
          <a:xfrm>
            <a:off x="228600" y="1600200"/>
            <a:ext cx="8763000" cy="4648200"/>
          </a:xfrm>
        </p:spPr>
        <p:txBody>
          <a:bodyPr/>
          <a:lstStyle/>
          <a:p>
            <a:r>
              <a:rPr lang="zh-TW" altLang="en-US" smtClean="0">
                <a:solidFill>
                  <a:srgbClr val="FF0000"/>
                </a:solidFill>
                <a:latin typeface="標楷體" panose="03000509000000000000" pitchFamily="65" charset="-120"/>
                <a:ea typeface="標楷體" panose="03000509000000000000" pitchFamily="65" charset="-120"/>
              </a:rPr>
              <a:t>資料探勘根據企業的問題、需求</a:t>
            </a:r>
            <a:endParaRPr lang="en-US" altLang="zh-TW" smtClean="0">
              <a:solidFill>
                <a:srgbClr val="FF0000"/>
              </a:solidFill>
              <a:latin typeface="標楷體" panose="03000509000000000000" pitchFamily="65" charset="-120"/>
              <a:ea typeface="標楷體" panose="03000509000000000000" pitchFamily="65" charset="-120"/>
            </a:endParaRPr>
          </a:p>
          <a:p>
            <a:pPr lvl="1"/>
            <a:r>
              <a:rPr lang="zh-TW" altLang="en-US" smtClean="0">
                <a:solidFill>
                  <a:srgbClr val="FF0000"/>
                </a:solidFill>
                <a:latin typeface="標楷體" panose="03000509000000000000" pitchFamily="65" charset="-120"/>
                <a:ea typeface="標楷體" panose="03000509000000000000" pitchFamily="65" charset="-120"/>
              </a:rPr>
              <a:t>將所使用的演算法及一切技術建成模型</a:t>
            </a:r>
            <a:r>
              <a:rPr lang="en-US" altLang="zh-TW" smtClean="0">
                <a:solidFill>
                  <a:srgbClr val="FF0000"/>
                </a:solidFill>
                <a:latin typeface="標楷體" panose="03000509000000000000" pitchFamily="65" charset="-120"/>
                <a:ea typeface="標楷體" panose="03000509000000000000" pitchFamily="65" charset="-120"/>
              </a:rPr>
              <a:t>model</a:t>
            </a:r>
          </a:p>
          <a:p>
            <a:pPr lvl="1"/>
            <a:endParaRPr lang="en-US" altLang="zh-TW" smtClean="0">
              <a:latin typeface="標楷體" panose="03000509000000000000" pitchFamily="65" charset="-120"/>
              <a:ea typeface="標楷體" panose="03000509000000000000" pitchFamily="65" charset="-120"/>
            </a:endParaRPr>
          </a:p>
          <a:p>
            <a:endParaRPr lang="en-US" altLang="zh-TW" smtClean="0">
              <a:solidFill>
                <a:srgbClr val="0000FF"/>
              </a:solidFill>
              <a:latin typeface="標楷體" panose="03000509000000000000" pitchFamily="65" charset="-120"/>
              <a:ea typeface="標楷體" panose="03000509000000000000" pitchFamily="65" charset="-120"/>
            </a:endParaRPr>
          </a:p>
          <a:p>
            <a:r>
              <a:rPr lang="zh-TW" altLang="en-US" smtClean="0">
                <a:solidFill>
                  <a:srgbClr val="0000FF"/>
                </a:solidFill>
                <a:latin typeface="標楷體" panose="03000509000000000000" pitchFamily="65" charset="-120"/>
                <a:ea typeface="標楷體" panose="03000509000000000000" pitchFamily="65" charset="-120"/>
              </a:rPr>
              <a:t>人工智慧就可以套用此模型</a:t>
            </a:r>
            <a:r>
              <a:rPr lang="zh-TW" altLang="en-US" smtClean="0">
                <a:latin typeface="標楷體" panose="03000509000000000000" pitchFamily="65" charset="-120"/>
                <a:ea typeface="標楷體" panose="03000509000000000000" pitchFamily="65" charset="-120"/>
              </a:rPr>
              <a:t>來進行付予的任務</a:t>
            </a:r>
          </a:p>
          <a:p>
            <a:pPr lvl="1"/>
            <a:r>
              <a:rPr lang="zh-TW" altLang="en-US" smtClean="0">
                <a:latin typeface="標楷體" panose="03000509000000000000" pitchFamily="65" charset="-120"/>
                <a:ea typeface="標楷體" panose="03000509000000000000" pitchFamily="65" charset="-120"/>
              </a:rPr>
              <a:t>資料探勘技術與人工智慧是習習相關</a:t>
            </a:r>
            <a:endParaRPr lang="en-US" altLang="zh-TW" smtClean="0">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3394912270"/>
      </p:ext>
    </p:extLst>
  </p:cSld>
  <p:clrMapOvr>
    <a:masterClrMapping/>
  </p:clrMapOvr>
  <p:transition spd="slow">
    <p:cut/>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內容版面配置區 3"/>
          <p:cNvSpPr>
            <a:spLocks noGrp="1"/>
          </p:cNvSpPr>
          <p:nvPr>
            <p:ph sz="quarter" idx="10"/>
          </p:nvPr>
        </p:nvSpPr>
        <p:spPr/>
        <p:txBody>
          <a:bodyPr/>
          <a:lstStyle/>
          <a:p>
            <a:pPr lvl="3"/>
            <a:r>
              <a:rPr lang="zh-TW" altLang="en-US" b="1" dirty="0"/>
              <a:t>單純貝氏分類</a:t>
            </a:r>
            <a:r>
              <a:rPr lang="en-US" altLang="zh-TW" dirty="0"/>
              <a:t>(Naive Bayes classifier) </a:t>
            </a:r>
            <a:r>
              <a:rPr lang="zh-TW" altLang="en-US" dirty="0"/>
              <a:t>演算法中</a:t>
            </a:r>
            <a:r>
              <a:rPr lang="zh-TW" altLang="en-US" dirty="0" smtClean="0"/>
              <a:t>，</a:t>
            </a:r>
            <a:r>
              <a:rPr lang="zh-TW" altLang="en-US" dirty="0" smtClean="0">
                <a:solidFill>
                  <a:srgbClr val="FF0000"/>
                </a:solidFill>
              </a:rPr>
              <a:t>是假設特徵之間是相互獨立的</a:t>
            </a:r>
            <a:r>
              <a:rPr lang="zh-TW" altLang="en-US" dirty="0" smtClean="0"/>
              <a:t>，</a:t>
            </a:r>
            <a:r>
              <a:rPr lang="zh-TW" altLang="en-US" dirty="0"/>
              <a:t>即特徵</a:t>
            </a:r>
            <a:r>
              <a:rPr lang="zh-TW" altLang="en-US" dirty="0" smtClean="0"/>
              <a:t>之間沒有</a:t>
            </a:r>
            <a:r>
              <a:rPr lang="zh-TW" altLang="en-US" dirty="0"/>
              <a:t>關聯，</a:t>
            </a:r>
            <a:r>
              <a:rPr lang="zh-TW" altLang="en-US" dirty="0">
                <a:solidFill>
                  <a:srgbClr val="FF0000"/>
                </a:solidFill>
              </a:rPr>
              <a:t>基於</a:t>
            </a:r>
            <a:r>
              <a:rPr lang="zh-TW" altLang="en-US" b="1" dirty="0">
                <a:solidFill>
                  <a:srgbClr val="FF0000"/>
                </a:solidFill>
              </a:rPr>
              <a:t>貝</a:t>
            </a:r>
            <a:r>
              <a:rPr lang="zh-TW" altLang="en-US" b="1" dirty="0" smtClean="0">
                <a:solidFill>
                  <a:srgbClr val="FF0000"/>
                </a:solidFill>
              </a:rPr>
              <a:t>氏定理</a:t>
            </a:r>
            <a:r>
              <a:rPr lang="zh-TW" altLang="en-US" dirty="0" smtClean="0">
                <a:solidFill>
                  <a:srgbClr val="FF0000"/>
                </a:solidFill>
              </a:rPr>
              <a:t>為基礎的機率</a:t>
            </a:r>
            <a:r>
              <a:rPr lang="zh-TW" altLang="en-US" dirty="0">
                <a:solidFill>
                  <a:srgbClr val="FF0000"/>
                </a:solidFill>
              </a:rPr>
              <a:t>理論的分類演算法</a:t>
            </a:r>
            <a:r>
              <a:rPr lang="zh-TW" altLang="en-US" dirty="0"/>
              <a:t>。單純貝氏演算法常用</a:t>
            </a:r>
            <a:r>
              <a:rPr lang="zh-TW" altLang="en-US" dirty="0" smtClean="0"/>
              <a:t>於文章</a:t>
            </a:r>
            <a:r>
              <a:rPr lang="zh-TW" altLang="en-US" dirty="0"/>
              <a:t>分類機器學習，例如判斷新聞類別、過濾垃圾郵件等。</a:t>
            </a:r>
          </a:p>
          <a:p>
            <a:pPr lvl="1"/>
            <a:r>
              <a:rPr lang="en-US" altLang="zh-TW" dirty="0"/>
              <a:t>8.3.1 </a:t>
            </a:r>
            <a:r>
              <a:rPr lang="zh-TW" altLang="en-US" dirty="0"/>
              <a:t>單純貝氏演算法原理</a:t>
            </a:r>
          </a:p>
          <a:p>
            <a:pPr lvl="3"/>
            <a:r>
              <a:rPr lang="zh-TW" altLang="en-US" dirty="0"/>
              <a:t>單純貝氏演算法是根據資料各個特徵計算每個類別的機率，機率最大的類別就是</a:t>
            </a:r>
            <a:r>
              <a:rPr lang="zh-TW" altLang="en-US" dirty="0" smtClean="0"/>
              <a:t>該資料</a:t>
            </a:r>
            <a:r>
              <a:rPr lang="zh-TW" altLang="en-US" dirty="0"/>
              <a:t>的類別</a:t>
            </a:r>
            <a:r>
              <a:rPr lang="zh-TW" altLang="en-US" dirty="0" smtClean="0"/>
              <a:t>。</a:t>
            </a:r>
            <a:endParaRPr lang="en-US" altLang="zh-TW" dirty="0" smtClean="0"/>
          </a:p>
          <a:p>
            <a:pPr lvl="3"/>
            <a:r>
              <a:rPr lang="zh-TW" altLang="en-US" dirty="0"/>
              <a:t>公式</a:t>
            </a:r>
            <a:r>
              <a:rPr lang="zh-TW" altLang="en-US" dirty="0" smtClean="0"/>
              <a:t>：</a:t>
            </a:r>
            <a:endParaRPr lang="en-US" altLang="zh-TW" dirty="0" smtClean="0"/>
          </a:p>
          <a:p>
            <a:pPr marL="285750" lvl="3" indent="-285750">
              <a:buFont typeface="Wingdings" panose="05000000000000000000" pitchFamily="2" charset="2"/>
              <a:buChar char="n"/>
            </a:pPr>
            <a:r>
              <a:rPr lang="en-US" altLang="zh-TW" b="1" dirty="0" smtClean="0"/>
              <a:t>P(</a:t>
            </a:r>
            <a:r>
              <a:rPr lang="en-US" altLang="zh-TW" b="1" dirty="0" err="1" smtClean="0"/>
              <a:t>Ri</a:t>
            </a:r>
            <a:r>
              <a:rPr lang="en-US" altLang="zh-TW" b="1" dirty="0"/>
              <a:t>)</a:t>
            </a:r>
            <a:r>
              <a:rPr lang="zh-TW" altLang="en-US" dirty="0"/>
              <a:t>：第 </a:t>
            </a:r>
            <a:r>
              <a:rPr lang="en-US" altLang="zh-TW" dirty="0" err="1"/>
              <a:t>i</a:t>
            </a:r>
            <a:r>
              <a:rPr lang="en-US" altLang="zh-TW" dirty="0"/>
              <a:t> </a:t>
            </a:r>
            <a:r>
              <a:rPr lang="zh-TW" altLang="en-US" dirty="0"/>
              <a:t>個類別的機率。</a:t>
            </a:r>
          </a:p>
          <a:p>
            <a:pPr marL="285750" lvl="3" indent="-285750">
              <a:buFont typeface="Wingdings" panose="05000000000000000000" pitchFamily="2" charset="2"/>
              <a:buChar char="n"/>
            </a:pPr>
            <a:r>
              <a:rPr lang="en-US" altLang="zh-TW" b="1" dirty="0" smtClean="0"/>
              <a:t>P(Ci</a:t>
            </a:r>
            <a:r>
              <a:rPr lang="en-US" altLang="zh-TW" b="1" dirty="0"/>
              <a:t>)</a:t>
            </a:r>
            <a:r>
              <a:rPr lang="zh-TW" altLang="en-US" dirty="0"/>
              <a:t>：第 </a:t>
            </a:r>
            <a:r>
              <a:rPr lang="en-US" altLang="zh-TW" dirty="0" err="1"/>
              <a:t>i</a:t>
            </a:r>
            <a:r>
              <a:rPr lang="en-US" altLang="zh-TW" dirty="0"/>
              <a:t> </a:t>
            </a:r>
            <a:r>
              <a:rPr lang="zh-TW" altLang="en-US" dirty="0"/>
              <a:t>個類別在原始資料中的比率。</a:t>
            </a:r>
          </a:p>
          <a:p>
            <a:pPr marL="285750" lvl="3" indent="-285750">
              <a:buFont typeface="Wingdings" panose="05000000000000000000" pitchFamily="2" charset="2"/>
              <a:buChar char="n"/>
            </a:pPr>
            <a:r>
              <a:rPr lang="en-US" altLang="zh-TW" b="1" dirty="0" smtClean="0"/>
              <a:t>P(A1|Ci</a:t>
            </a:r>
            <a:r>
              <a:rPr lang="en-US" altLang="zh-TW" b="1" dirty="0"/>
              <a:t>)</a:t>
            </a:r>
            <a:r>
              <a:rPr lang="zh-TW" altLang="en-US" dirty="0"/>
              <a:t>：第 </a:t>
            </a:r>
            <a:r>
              <a:rPr lang="en-US" altLang="zh-TW" dirty="0"/>
              <a:t>1 </a:t>
            </a:r>
            <a:r>
              <a:rPr lang="zh-TW" altLang="en-US" dirty="0"/>
              <a:t>個特徵在第 </a:t>
            </a:r>
            <a:r>
              <a:rPr lang="en-US" altLang="zh-TW" dirty="0" err="1"/>
              <a:t>i</a:t>
            </a:r>
            <a:r>
              <a:rPr lang="en-US" altLang="zh-TW" dirty="0"/>
              <a:t> </a:t>
            </a:r>
            <a:r>
              <a:rPr lang="zh-TW" altLang="en-US" dirty="0"/>
              <a:t>個類別的比率。同理，</a:t>
            </a:r>
            <a:r>
              <a:rPr lang="en-US" altLang="zh-TW" dirty="0"/>
              <a:t>P(A2|Ci) </a:t>
            </a:r>
            <a:r>
              <a:rPr lang="zh-TW" altLang="en-US" dirty="0"/>
              <a:t>為第 </a:t>
            </a:r>
            <a:r>
              <a:rPr lang="en-US" altLang="zh-TW" dirty="0"/>
              <a:t>2 </a:t>
            </a:r>
            <a:r>
              <a:rPr lang="zh-TW" altLang="en-US" dirty="0"/>
              <a:t>個特徵在第 </a:t>
            </a:r>
            <a:r>
              <a:rPr lang="en-US" altLang="zh-TW" dirty="0" err="1" smtClean="0"/>
              <a:t>i</a:t>
            </a:r>
            <a:r>
              <a:rPr lang="zh-TW" altLang="en-US" dirty="0" smtClean="0"/>
              <a:t>個</a:t>
            </a:r>
            <a:r>
              <a:rPr lang="zh-TW" altLang="en-US" dirty="0"/>
              <a:t>類別的比率，依此類推。</a:t>
            </a:r>
          </a:p>
        </p:txBody>
      </p:sp>
      <p:sp>
        <p:nvSpPr>
          <p:cNvPr id="2" name="標題 1"/>
          <p:cNvSpPr>
            <a:spLocks noGrp="1"/>
          </p:cNvSpPr>
          <p:nvPr>
            <p:ph type="title"/>
          </p:nvPr>
        </p:nvSpPr>
        <p:spPr/>
        <p:txBody>
          <a:bodyPr/>
          <a:lstStyle/>
          <a:p>
            <a:r>
              <a:rPr lang="en-US" altLang="zh-TW" dirty="0"/>
              <a:t>8.3 </a:t>
            </a:r>
            <a:r>
              <a:rPr lang="zh-TW" altLang="en-US" dirty="0"/>
              <a:t>單純貝氏演算法</a:t>
            </a:r>
          </a:p>
        </p:txBody>
      </p:sp>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3648" y="3701075"/>
            <a:ext cx="5555903" cy="529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0001623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內容版面配置區 3"/>
          <p:cNvSpPr>
            <a:spLocks noGrp="1"/>
          </p:cNvSpPr>
          <p:nvPr>
            <p:ph sz="quarter" idx="10"/>
          </p:nvPr>
        </p:nvSpPr>
        <p:spPr/>
        <p:txBody>
          <a:bodyPr/>
          <a:lstStyle/>
          <a:p>
            <a:pPr lvl="3"/>
            <a:r>
              <a:rPr lang="zh-TW" altLang="en-US" dirty="0"/>
              <a:t>例如，以下是一個業務員推銷商品給客戶的資料。如果有一個新客戶為男性、</a:t>
            </a:r>
            <a:r>
              <a:rPr lang="en-US" altLang="zh-TW" dirty="0"/>
              <a:t>26 </a:t>
            </a:r>
            <a:r>
              <a:rPr lang="zh-TW" altLang="en-US" dirty="0"/>
              <a:t>歲</a:t>
            </a:r>
            <a:r>
              <a:rPr lang="zh-TW" altLang="en-US" dirty="0" smtClean="0"/>
              <a:t>、已婚</a:t>
            </a:r>
            <a:r>
              <a:rPr lang="zh-TW" altLang="en-US" dirty="0"/>
              <a:t>，要如何以下面的資料來判斷是否會賣出商品</a:t>
            </a:r>
            <a:r>
              <a:rPr lang="zh-TW" altLang="en-US" dirty="0" smtClean="0"/>
              <a:t>：</a:t>
            </a:r>
            <a:endParaRPr lang="en-US" altLang="zh-TW" dirty="0" smtClean="0"/>
          </a:p>
          <a:p>
            <a:pPr lvl="3"/>
            <a:endParaRPr lang="en-US" altLang="zh-TW" dirty="0"/>
          </a:p>
          <a:p>
            <a:pPr lvl="3"/>
            <a:endParaRPr lang="en-US" altLang="zh-TW" dirty="0" smtClean="0"/>
          </a:p>
          <a:p>
            <a:pPr lvl="3"/>
            <a:endParaRPr lang="en-US" altLang="zh-TW" dirty="0"/>
          </a:p>
          <a:p>
            <a:pPr lvl="3"/>
            <a:endParaRPr lang="en-US" altLang="zh-TW" dirty="0" smtClean="0"/>
          </a:p>
          <a:p>
            <a:pPr lvl="3"/>
            <a:endParaRPr lang="en-US" altLang="zh-TW" dirty="0"/>
          </a:p>
          <a:p>
            <a:pPr marL="342900" lvl="3" indent="-342900">
              <a:buFont typeface="+mj-lt"/>
              <a:buAutoNum type="arabicPeriod"/>
            </a:pPr>
            <a:r>
              <a:rPr lang="zh-TW" altLang="en-US" dirty="0"/>
              <a:t>資料要先進行整理：</a:t>
            </a:r>
            <a:r>
              <a:rPr lang="zh-TW" altLang="en-US" dirty="0">
                <a:solidFill>
                  <a:srgbClr val="0000FF"/>
                </a:solidFill>
              </a:rPr>
              <a:t>將「年齡」特徵值分為三個區間方便計算比率</a:t>
            </a:r>
            <a:r>
              <a:rPr lang="zh-TW" altLang="en-US" dirty="0"/>
              <a:t>：</a:t>
            </a:r>
            <a:r>
              <a:rPr lang="en-US" altLang="zh-TW" dirty="0"/>
              <a:t>40 </a:t>
            </a:r>
            <a:r>
              <a:rPr lang="zh-TW" altLang="en-US" dirty="0"/>
              <a:t>歲以上</a:t>
            </a:r>
            <a:r>
              <a:rPr lang="zh-TW" altLang="en-US" dirty="0" smtClean="0"/>
              <a:t>、</a:t>
            </a:r>
            <a:r>
              <a:rPr lang="en-US" altLang="zh-TW" dirty="0" smtClean="0"/>
              <a:t>30 </a:t>
            </a:r>
            <a:r>
              <a:rPr lang="zh-TW" altLang="en-US" dirty="0"/>
              <a:t>歲</a:t>
            </a:r>
            <a:r>
              <a:rPr lang="en-US" altLang="zh-TW" dirty="0"/>
              <a:t>( </a:t>
            </a:r>
            <a:r>
              <a:rPr lang="zh-TW" altLang="en-US" dirty="0"/>
              <a:t>含</a:t>
            </a:r>
            <a:r>
              <a:rPr lang="en-US" altLang="zh-TW" dirty="0"/>
              <a:t>) </a:t>
            </a:r>
            <a:r>
              <a:rPr lang="zh-TW" altLang="en-US" dirty="0"/>
              <a:t>到</a:t>
            </a:r>
            <a:r>
              <a:rPr lang="en-US" altLang="zh-TW" dirty="0"/>
              <a:t>40 </a:t>
            </a:r>
            <a:r>
              <a:rPr lang="zh-TW" altLang="en-US" dirty="0"/>
              <a:t>歲</a:t>
            </a:r>
            <a:r>
              <a:rPr lang="en-US" altLang="zh-TW" dirty="0"/>
              <a:t>( </a:t>
            </a:r>
            <a:r>
              <a:rPr lang="zh-TW" altLang="en-US" dirty="0"/>
              <a:t>含</a:t>
            </a:r>
            <a:r>
              <a:rPr lang="en-US" altLang="zh-TW" dirty="0"/>
              <a:t>)</a:t>
            </a:r>
            <a:r>
              <a:rPr lang="zh-TW" altLang="en-US" dirty="0"/>
              <a:t>、</a:t>
            </a:r>
            <a:r>
              <a:rPr lang="en-US" altLang="zh-TW" dirty="0"/>
              <a:t>30 </a:t>
            </a:r>
            <a:r>
              <a:rPr lang="zh-TW" altLang="en-US" dirty="0"/>
              <a:t>歲以下。目標值為「賣出商品」，有</a:t>
            </a:r>
            <a:r>
              <a:rPr lang="en-US" altLang="zh-TW" dirty="0"/>
              <a:t>2 </a:t>
            </a:r>
            <a:r>
              <a:rPr lang="zh-TW" altLang="en-US" dirty="0"/>
              <a:t>個類別</a:t>
            </a:r>
            <a:r>
              <a:rPr lang="zh-TW" altLang="en-US" dirty="0" smtClean="0"/>
              <a:t>：賣出</a:t>
            </a:r>
            <a:r>
              <a:rPr lang="zh-TW" altLang="en-US" dirty="0"/>
              <a:t>商品</a:t>
            </a:r>
            <a:r>
              <a:rPr lang="en-US" altLang="zh-TW" dirty="0"/>
              <a:t>(R1) </a:t>
            </a:r>
            <a:r>
              <a:rPr lang="zh-TW" altLang="en-US" dirty="0"/>
              <a:t>及未賣出商品</a:t>
            </a:r>
            <a:r>
              <a:rPr lang="en-US" altLang="zh-TW" dirty="0"/>
              <a:t>(R2)</a:t>
            </a:r>
            <a:r>
              <a:rPr lang="zh-TW" altLang="en-US" dirty="0" smtClean="0"/>
              <a:t>。</a:t>
            </a:r>
            <a:endParaRPr lang="en-US" altLang="zh-TW" dirty="0" smtClean="0"/>
          </a:p>
          <a:p>
            <a:pPr marL="342900" lvl="3" indent="-342900">
              <a:buFont typeface="+mj-lt"/>
              <a:buAutoNum type="arabicPeriod"/>
            </a:pPr>
            <a:r>
              <a:rPr lang="zh-TW" altLang="en-US" dirty="0">
                <a:solidFill>
                  <a:srgbClr val="0000FF"/>
                </a:solidFill>
              </a:rPr>
              <a:t>貝氏演算法要特別注意的一點，就是當某個特徵在第</a:t>
            </a:r>
            <a:r>
              <a:rPr lang="en-US" altLang="zh-TW" dirty="0" err="1">
                <a:solidFill>
                  <a:srgbClr val="0000FF"/>
                </a:solidFill>
              </a:rPr>
              <a:t>i</a:t>
            </a:r>
            <a:r>
              <a:rPr lang="en-US" altLang="zh-TW" dirty="0">
                <a:solidFill>
                  <a:srgbClr val="0000FF"/>
                </a:solidFill>
              </a:rPr>
              <a:t> </a:t>
            </a:r>
            <a:r>
              <a:rPr lang="zh-TW" altLang="en-US" dirty="0">
                <a:solidFill>
                  <a:srgbClr val="0000FF"/>
                </a:solidFill>
              </a:rPr>
              <a:t>個類別的比率為</a:t>
            </a:r>
            <a:r>
              <a:rPr lang="en-US" altLang="zh-TW" dirty="0">
                <a:solidFill>
                  <a:srgbClr val="0000FF"/>
                </a:solidFill>
              </a:rPr>
              <a:t>0 </a:t>
            </a:r>
            <a:r>
              <a:rPr lang="zh-TW" altLang="en-US" dirty="0">
                <a:solidFill>
                  <a:srgbClr val="0000FF"/>
                </a:solidFill>
              </a:rPr>
              <a:t>時</a:t>
            </a:r>
            <a:r>
              <a:rPr lang="zh-TW" altLang="en-US" dirty="0"/>
              <a:t>，根據</a:t>
            </a:r>
            <a:r>
              <a:rPr lang="zh-TW" altLang="en-US" dirty="0" smtClean="0"/>
              <a:t>上述</a:t>
            </a:r>
            <a:r>
              <a:rPr lang="zh-TW" altLang="en-US" dirty="0"/>
              <a:t>公式其</a:t>
            </a:r>
            <a:r>
              <a:rPr lang="en-US" altLang="zh-TW" dirty="0"/>
              <a:t>P(</a:t>
            </a:r>
            <a:r>
              <a:rPr lang="en-US" altLang="zh-TW" dirty="0" err="1"/>
              <a:t>Ri</a:t>
            </a:r>
            <a:r>
              <a:rPr lang="en-US" altLang="zh-TW" dirty="0"/>
              <a:t>) </a:t>
            </a:r>
            <a:r>
              <a:rPr lang="zh-TW" altLang="en-US" dirty="0"/>
              <a:t>就為</a:t>
            </a:r>
            <a:r>
              <a:rPr lang="en-US" altLang="zh-TW" dirty="0"/>
              <a:t>0</a:t>
            </a:r>
            <a:r>
              <a:rPr lang="zh-TW" altLang="en-US" dirty="0"/>
              <a:t>，這顯然不合理。解決方法是當某個特徵在第</a:t>
            </a:r>
            <a:r>
              <a:rPr lang="en-US" altLang="zh-TW" dirty="0" err="1"/>
              <a:t>i</a:t>
            </a:r>
            <a:r>
              <a:rPr lang="en-US" altLang="zh-TW" dirty="0"/>
              <a:t> </a:t>
            </a:r>
            <a:r>
              <a:rPr lang="zh-TW" altLang="en-US" dirty="0"/>
              <a:t>個類別的</a:t>
            </a:r>
            <a:r>
              <a:rPr lang="zh-TW" altLang="en-US" dirty="0" smtClean="0"/>
              <a:t>比率為</a:t>
            </a:r>
            <a:r>
              <a:rPr lang="en-US" altLang="zh-TW" dirty="0"/>
              <a:t>0 </a:t>
            </a:r>
            <a:r>
              <a:rPr lang="zh-TW" altLang="en-US" dirty="0"/>
              <a:t>時，就給它一個預設值，通常為</a:t>
            </a:r>
            <a:r>
              <a:rPr lang="en-US" altLang="zh-TW" dirty="0"/>
              <a:t>1</a:t>
            </a:r>
            <a:r>
              <a:rPr lang="zh-TW" altLang="en-US" dirty="0"/>
              <a:t>。</a:t>
            </a:r>
          </a:p>
        </p:txBody>
      </p:sp>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35696" y="1484784"/>
            <a:ext cx="4289276" cy="21068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160146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內容版面配置區 3"/>
          <p:cNvSpPr>
            <a:spLocks noGrp="1"/>
          </p:cNvSpPr>
          <p:nvPr>
            <p:ph sz="quarter" idx="10"/>
          </p:nvPr>
        </p:nvSpPr>
        <p:spPr/>
        <p:txBody>
          <a:bodyPr/>
          <a:lstStyle/>
          <a:p>
            <a:pPr lvl="1"/>
            <a:r>
              <a:rPr lang="en-US" altLang="zh-TW" dirty="0"/>
              <a:t>8.3.2 </a:t>
            </a:r>
            <a:r>
              <a:rPr lang="zh-TW" altLang="en-US" dirty="0"/>
              <a:t>文句特徵處理</a:t>
            </a:r>
          </a:p>
          <a:p>
            <a:pPr lvl="3"/>
            <a:r>
              <a:rPr lang="zh-TW" altLang="en-US" dirty="0"/>
              <a:t>處理文章分類問題需先進行文句處理，</a:t>
            </a:r>
            <a:r>
              <a:rPr lang="en-US" altLang="zh-TW" dirty="0" err="1"/>
              <a:t>Scikit</a:t>
            </a:r>
            <a:r>
              <a:rPr lang="en-US" altLang="zh-TW" dirty="0"/>
              <a:t>-Learn </a:t>
            </a:r>
            <a:r>
              <a:rPr lang="zh-TW" altLang="en-US" dirty="0"/>
              <a:t>有提供文句特徵處理功能。</a:t>
            </a:r>
            <a:r>
              <a:rPr lang="zh-TW" altLang="en-US" dirty="0" smtClean="0"/>
              <a:t>文句特徵</a:t>
            </a:r>
            <a:r>
              <a:rPr lang="zh-TW" altLang="en-US" dirty="0"/>
              <a:t>處理會將文句依照「空格」分解為單詞，並統計各單詞的數量</a:t>
            </a:r>
            <a:r>
              <a:rPr lang="zh-TW" altLang="en-US" dirty="0" smtClean="0"/>
              <a:t>。</a:t>
            </a:r>
            <a:endParaRPr lang="en-US" altLang="zh-TW" dirty="0" smtClean="0"/>
          </a:p>
          <a:p>
            <a:pPr lvl="2"/>
            <a:r>
              <a:rPr lang="zh-TW" altLang="en-US" dirty="0"/>
              <a:t>英文文句特徵處理：</a:t>
            </a:r>
            <a:r>
              <a:rPr lang="en-US" altLang="zh-TW" dirty="0" err="1"/>
              <a:t>CountVectorizer</a:t>
            </a:r>
            <a:endParaRPr lang="en-US" altLang="zh-TW" dirty="0"/>
          </a:p>
          <a:p>
            <a:pPr marL="342900" lvl="3" indent="-342900">
              <a:buFont typeface="+mj-lt"/>
              <a:buAutoNum type="arabicPeriod"/>
            </a:pPr>
            <a:r>
              <a:rPr lang="zh-TW" altLang="en-US" dirty="0" smtClean="0"/>
              <a:t>首先</a:t>
            </a:r>
            <a:r>
              <a:rPr lang="zh-TW" altLang="en-US" dirty="0"/>
              <a:t>載入</a:t>
            </a:r>
            <a:r>
              <a:rPr lang="en-US" altLang="zh-TW" dirty="0" err="1"/>
              <a:t>Scikit</a:t>
            </a:r>
            <a:r>
              <a:rPr lang="en-US" altLang="zh-TW" dirty="0"/>
              <a:t>-Learn </a:t>
            </a:r>
            <a:r>
              <a:rPr lang="zh-TW" altLang="en-US" dirty="0"/>
              <a:t>的文句特徵處理模組</a:t>
            </a:r>
            <a:r>
              <a:rPr lang="en-US" altLang="zh-TW" dirty="0" err="1"/>
              <a:t>CountVectorizer</a:t>
            </a:r>
            <a:r>
              <a:rPr lang="zh-TW" altLang="en-US" dirty="0" smtClean="0"/>
              <a:t>：</a:t>
            </a:r>
            <a:endParaRPr lang="en-US" altLang="zh-TW" dirty="0" smtClean="0"/>
          </a:p>
          <a:p>
            <a:pPr marL="342900" lvl="3" indent="-342900">
              <a:buFont typeface="+mj-lt"/>
              <a:buAutoNum type="arabicPeriod"/>
            </a:pPr>
            <a:endParaRPr lang="en-US" altLang="zh-TW" dirty="0"/>
          </a:p>
          <a:p>
            <a:pPr marL="342900" lvl="3" indent="-342900">
              <a:buFont typeface="+mj-lt"/>
              <a:buAutoNum type="arabicPeriod"/>
            </a:pPr>
            <a:r>
              <a:rPr lang="zh-TW" altLang="en-US" dirty="0"/>
              <a:t>接著建立</a:t>
            </a:r>
            <a:r>
              <a:rPr lang="en-US" altLang="zh-TW" dirty="0" err="1"/>
              <a:t>CountVectorizer</a:t>
            </a:r>
            <a:r>
              <a:rPr lang="en-US" altLang="zh-TW" dirty="0"/>
              <a:t> </a:t>
            </a:r>
            <a:r>
              <a:rPr lang="zh-TW" altLang="en-US" dirty="0"/>
              <a:t>物件，語法為</a:t>
            </a:r>
            <a:r>
              <a:rPr lang="zh-TW" altLang="en-US" dirty="0" smtClean="0"/>
              <a:t>：</a:t>
            </a:r>
            <a:endParaRPr lang="en-US" altLang="zh-TW" dirty="0" smtClean="0"/>
          </a:p>
          <a:p>
            <a:pPr marL="342900" lvl="3" indent="-342900">
              <a:buFont typeface="+mj-lt"/>
              <a:buAutoNum type="arabicPeriod"/>
            </a:pPr>
            <a:endParaRPr lang="en-US" altLang="zh-TW" dirty="0"/>
          </a:p>
          <a:p>
            <a:pPr marL="342900" lvl="3" indent="-342900">
              <a:buFont typeface="+mj-lt"/>
              <a:buAutoNum type="arabicPeriod"/>
            </a:pPr>
            <a:r>
              <a:rPr lang="zh-TW" altLang="en-US" dirty="0"/>
              <a:t>使用</a:t>
            </a:r>
            <a:r>
              <a:rPr lang="en-US" altLang="zh-TW" dirty="0" err="1"/>
              <a:t>CountVectorizer</a:t>
            </a:r>
            <a:r>
              <a:rPr lang="en-US" altLang="zh-TW" dirty="0"/>
              <a:t> </a:t>
            </a:r>
            <a:r>
              <a:rPr lang="zh-TW" altLang="en-US" dirty="0"/>
              <a:t>物件的</a:t>
            </a:r>
            <a:r>
              <a:rPr lang="en-US" altLang="zh-TW" dirty="0" err="1"/>
              <a:t>fit_transform</a:t>
            </a:r>
            <a:r>
              <a:rPr lang="en-US" altLang="zh-TW" dirty="0"/>
              <a:t>() </a:t>
            </a:r>
            <a:r>
              <a:rPr lang="zh-TW" altLang="en-US" dirty="0"/>
              <a:t>方法即可進行轉換</a:t>
            </a:r>
            <a:r>
              <a:rPr lang="zh-TW" altLang="en-US" dirty="0" smtClean="0"/>
              <a:t>：</a:t>
            </a:r>
            <a:endParaRPr lang="en-US" altLang="zh-TW" dirty="0" smtClean="0"/>
          </a:p>
          <a:p>
            <a:pPr marL="342900" lvl="3" indent="-342900">
              <a:buFont typeface="+mj-lt"/>
              <a:buAutoNum type="arabicPeriod"/>
            </a:pPr>
            <a:endParaRPr lang="en-US" altLang="zh-TW" dirty="0"/>
          </a:p>
          <a:p>
            <a:pPr lvl="3"/>
            <a:r>
              <a:rPr lang="zh-TW" altLang="en-US" b="1" dirty="0"/>
              <a:t>注意</a:t>
            </a:r>
            <a:r>
              <a:rPr lang="zh-TW" altLang="en-US" dirty="0"/>
              <a:t>：這些單詞並不包括單一字母的單詞，如「</a:t>
            </a:r>
            <a:r>
              <a:rPr lang="en-US" altLang="zh-TW" dirty="0" err="1"/>
              <a:t>i</a:t>
            </a:r>
            <a:r>
              <a:rPr lang="zh-TW" altLang="en-US" dirty="0"/>
              <a:t>」、「</a:t>
            </a:r>
            <a:r>
              <a:rPr lang="en-US" altLang="zh-TW" dirty="0"/>
              <a:t>a</a:t>
            </a:r>
            <a:r>
              <a:rPr lang="zh-TW" altLang="en-US" dirty="0"/>
              <a:t>」等。上面範例文句中的「</a:t>
            </a:r>
            <a:r>
              <a:rPr lang="en-US" altLang="zh-TW" dirty="0" err="1"/>
              <a:t>i</a:t>
            </a:r>
            <a:r>
              <a:rPr lang="zh-TW" altLang="en-US" dirty="0" smtClean="0"/>
              <a:t>」就</a:t>
            </a:r>
            <a:r>
              <a:rPr lang="zh-TW" altLang="en-US" dirty="0"/>
              <a:t>不在單詞陣列中。</a:t>
            </a:r>
          </a:p>
        </p:txBody>
      </p:sp>
      <p:pic>
        <p:nvPicPr>
          <p:cNvPr id="153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3608" y="2709395"/>
            <a:ext cx="5411887" cy="5389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536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4905" y="3573016"/>
            <a:ext cx="5389116" cy="5237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5364"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2626" y="4437112"/>
            <a:ext cx="5389116" cy="5161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316423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sz="quarter" idx="10"/>
          </p:nvPr>
        </p:nvSpPr>
        <p:spPr/>
        <p:txBody>
          <a:bodyPr/>
          <a:lstStyle/>
          <a:p>
            <a:pPr lvl="2"/>
            <a:r>
              <a:rPr lang="zh-TW" altLang="en-US" dirty="0"/>
              <a:t>中文文句特徵</a:t>
            </a:r>
            <a:r>
              <a:rPr lang="zh-TW" altLang="en-US" dirty="0" smtClean="0"/>
              <a:t>處理</a:t>
            </a:r>
            <a:endParaRPr lang="en-US" altLang="zh-TW" dirty="0" smtClean="0"/>
          </a:p>
          <a:p>
            <a:pPr lvl="3"/>
            <a:r>
              <a:rPr lang="zh-TW" altLang="en-US" dirty="0"/>
              <a:t>如果要使用</a:t>
            </a:r>
            <a:r>
              <a:rPr lang="en-US" altLang="zh-TW" dirty="0" err="1"/>
              <a:t>CountVectorizer</a:t>
            </a:r>
            <a:r>
              <a:rPr lang="en-US" altLang="zh-TW" dirty="0"/>
              <a:t> </a:t>
            </a:r>
            <a:r>
              <a:rPr lang="zh-TW" altLang="en-US" dirty="0"/>
              <a:t>模組處理中文段落，可用中文分詞</a:t>
            </a:r>
            <a:r>
              <a:rPr lang="zh-TW" altLang="en-US" dirty="0" smtClean="0"/>
              <a:t>模組</a:t>
            </a:r>
            <a:r>
              <a:rPr lang="zh-TW" altLang="en-US" dirty="0"/>
              <a:t>，例如</a:t>
            </a:r>
            <a:r>
              <a:rPr lang="en-US" altLang="zh-TW" dirty="0" err="1"/>
              <a:t>jieba</a:t>
            </a:r>
            <a:r>
              <a:rPr lang="zh-TW" altLang="en-US" dirty="0"/>
              <a:t>，將中文段落進行分詞的動作，再將各單詞以空格</a:t>
            </a:r>
            <a:r>
              <a:rPr lang="zh-TW" altLang="en-US" dirty="0" smtClean="0"/>
              <a:t>分開。</a:t>
            </a:r>
            <a:endParaRPr lang="en-US" altLang="zh-TW" dirty="0" smtClean="0"/>
          </a:p>
          <a:p>
            <a:pPr marL="342900" lvl="3" indent="-342900">
              <a:buFont typeface="+mj-lt"/>
              <a:buAutoNum type="arabicPeriod"/>
            </a:pPr>
            <a:r>
              <a:rPr lang="zh-TW" altLang="en-US" dirty="0"/>
              <a:t>首先載入</a:t>
            </a:r>
            <a:r>
              <a:rPr lang="en-US" altLang="zh-TW" dirty="0" err="1"/>
              <a:t>jieba</a:t>
            </a:r>
            <a:r>
              <a:rPr lang="en-US" altLang="zh-TW" dirty="0"/>
              <a:t> </a:t>
            </a:r>
            <a:r>
              <a:rPr lang="zh-TW" altLang="en-US" dirty="0"/>
              <a:t>模組，</a:t>
            </a:r>
            <a:r>
              <a:rPr lang="en-US" altLang="zh-TW" dirty="0" err="1"/>
              <a:t>Colab</a:t>
            </a:r>
            <a:r>
              <a:rPr lang="en-US" altLang="zh-TW" dirty="0"/>
              <a:t> </a:t>
            </a:r>
            <a:r>
              <a:rPr lang="zh-TW" altLang="en-US" dirty="0"/>
              <a:t>預設已安裝</a:t>
            </a:r>
            <a:r>
              <a:rPr lang="en-US" altLang="zh-TW" dirty="0" err="1"/>
              <a:t>jieba</a:t>
            </a:r>
            <a:r>
              <a:rPr lang="en-US" altLang="zh-TW" dirty="0"/>
              <a:t> </a:t>
            </a:r>
            <a:r>
              <a:rPr lang="zh-TW" altLang="en-US" dirty="0"/>
              <a:t>模組，可以直接使用</a:t>
            </a:r>
            <a:r>
              <a:rPr lang="zh-TW" altLang="en-US" dirty="0" smtClean="0"/>
              <a:t>：</a:t>
            </a:r>
            <a:endParaRPr lang="en-US" altLang="zh-TW" dirty="0" smtClean="0"/>
          </a:p>
          <a:p>
            <a:pPr marL="342900" lvl="3" indent="-342900">
              <a:buFont typeface="+mj-lt"/>
              <a:buAutoNum type="arabicPeriod"/>
            </a:pPr>
            <a:endParaRPr lang="en-US" altLang="zh-TW" dirty="0"/>
          </a:p>
          <a:p>
            <a:pPr marL="342900" lvl="3" indent="-342900">
              <a:buFont typeface="+mj-lt"/>
              <a:buAutoNum type="arabicPeriod"/>
            </a:pPr>
            <a:r>
              <a:rPr lang="zh-TW" altLang="en-US" dirty="0"/>
              <a:t>利用</a:t>
            </a:r>
            <a:r>
              <a:rPr lang="en-US" altLang="zh-TW" dirty="0"/>
              <a:t>cut() </a:t>
            </a:r>
            <a:r>
              <a:rPr lang="zh-TW" altLang="en-US" dirty="0"/>
              <a:t>方法進行分詞，分詞後的傳回值為產生器，將其轉換為串列，語法為</a:t>
            </a:r>
            <a:r>
              <a:rPr lang="zh-TW" altLang="en-US" dirty="0" smtClean="0"/>
              <a:t>：</a:t>
            </a:r>
            <a:endParaRPr lang="en-US" altLang="zh-TW" dirty="0" smtClean="0"/>
          </a:p>
          <a:p>
            <a:pPr marL="342900" lvl="3" indent="-342900">
              <a:buFont typeface="+mj-lt"/>
              <a:buAutoNum type="arabicPeriod"/>
            </a:pPr>
            <a:endParaRPr lang="en-US" altLang="zh-TW" dirty="0"/>
          </a:p>
          <a:p>
            <a:pPr marL="342900" lvl="3" indent="-342900">
              <a:buFont typeface="+mj-lt"/>
              <a:buAutoNum type="arabicPeriod"/>
            </a:pPr>
            <a:r>
              <a:rPr lang="zh-TW" altLang="en-US" dirty="0"/>
              <a:t>然後利用</a:t>
            </a:r>
            <a:r>
              <a:rPr lang="en-US" altLang="zh-TW" dirty="0"/>
              <a:t>join() </a:t>
            </a:r>
            <a:r>
              <a:rPr lang="zh-TW" altLang="en-US" dirty="0"/>
              <a:t>方法將單詞以空格分開的方式結合起來，語法為</a:t>
            </a:r>
            <a:r>
              <a:rPr lang="zh-TW" altLang="en-US" dirty="0" smtClean="0"/>
              <a:t>：</a:t>
            </a:r>
            <a:endParaRPr lang="en-US" altLang="zh-TW" dirty="0" smtClean="0"/>
          </a:p>
          <a:p>
            <a:pPr marL="342900" lvl="3" indent="-342900">
              <a:buFont typeface="+mj-lt"/>
              <a:buAutoNum type="arabicPeriod"/>
            </a:pPr>
            <a:endParaRPr lang="en-US" altLang="zh-TW" dirty="0"/>
          </a:p>
          <a:p>
            <a:pPr lvl="3"/>
            <a:r>
              <a:rPr lang="zh-TW" altLang="en-US" dirty="0"/>
              <a:t>同樣的，一個字的單詞不會被統計，所以標點符號以及「的」、「了」等單字就</a:t>
            </a:r>
            <a:r>
              <a:rPr lang="zh-TW" altLang="en-US" dirty="0" smtClean="0"/>
              <a:t>被移除</a:t>
            </a:r>
            <a:r>
              <a:rPr lang="zh-TW" altLang="en-US" dirty="0"/>
              <a:t>了！</a:t>
            </a:r>
            <a:endParaRPr lang="en-US" altLang="zh-TW" dirty="0" smtClean="0"/>
          </a:p>
          <a:p>
            <a:pPr marL="342900" lvl="3" indent="-342900">
              <a:buFont typeface="+mj-lt"/>
              <a:buAutoNum type="arabicPeriod"/>
            </a:pPr>
            <a:endParaRPr lang="en-US" altLang="zh-TW" dirty="0" smtClean="0"/>
          </a:p>
          <a:p>
            <a:pPr marL="342900" lvl="3" indent="-342900">
              <a:buFont typeface="+mj-lt"/>
              <a:buAutoNum type="arabicPeriod"/>
            </a:pPr>
            <a:endParaRPr lang="en-US" altLang="zh-TW" dirty="0"/>
          </a:p>
          <a:p>
            <a:pPr lvl="3"/>
            <a:endParaRPr lang="en-US" altLang="zh-TW" dirty="0" smtClean="0"/>
          </a:p>
          <a:p>
            <a:pPr lvl="3"/>
            <a:endParaRPr lang="zh-TW" altLang="en-US" dirty="0"/>
          </a:p>
        </p:txBody>
      </p:sp>
      <p:pic>
        <p:nvPicPr>
          <p:cNvPr id="163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3648" y="2276872"/>
            <a:ext cx="5479132" cy="523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38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3648" y="3154735"/>
            <a:ext cx="5479132" cy="53098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38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47664" y="4320403"/>
            <a:ext cx="5456046" cy="53098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2097992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sz="quarter" idx="10"/>
          </p:nvPr>
        </p:nvSpPr>
        <p:spPr/>
        <p:txBody>
          <a:bodyPr/>
          <a:lstStyle/>
          <a:p>
            <a:pPr lvl="1"/>
            <a:r>
              <a:rPr lang="en-US" altLang="zh-TW" dirty="0"/>
              <a:t>8.3.3 </a:t>
            </a:r>
            <a:r>
              <a:rPr lang="en-US" altLang="zh-TW" dirty="0" err="1"/>
              <a:t>tf-idf</a:t>
            </a:r>
            <a:r>
              <a:rPr lang="en-US" altLang="zh-TW" dirty="0"/>
              <a:t> </a:t>
            </a:r>
            <a:r>
              <a:rPr lang="zh-TW" altLang="en-US" dirty="0"/>
              <a:t>文句</a:t>
            </a:r>
            <a:r>
              <a:rPr lang="zh-TW" altLang="en-US" dirty="0" smtClean="0"/>
              <a:t>處理</a:t>
            </a:r>
            <a:endParaRPr lang="en-US" altLang="zh-TW" dirty="0" smtClean="0"/>
          </a:p>
          <a:p>
            <a:pPr lvl="3"/>
            <a:r>
              <a:rPr lang="en-US" altLang="zh-TW" dirty="0" err="1"/>
              <a:t>tf-idf</a:t>
            </a:r>
            <a:r>
              <a:rPr lang="en-US" altLang="zh-TW" dirty="0"/>
              <a:t> </a:t>
            </a:r>
            <a:r>
              <a:rPr lang="zh-TW" altLang="en-US" dirty="0"/>
              <a:t>演算法包含</a:t>
            </a:r>
            <a:r>
              <a:rPr lang="en-US" altLang="zh-TW" dirty="0" err="1"/>
              <a:t>tf</a:t>
            </a:r>
            <a:r>
              <a:rPr lang="en-US" altLang="zh-TW" dirty="0"/>
              <a:t> </a:t>
            </a:r>
            <a:r>
              <a:rPr lang="zh-TW" altLang="en-US" dirty="0"/>
              <a:t>及</a:t>
            </a:r>
            <a:r>
              <a:rPr lang="en-US" altLang="zh-TW" dirty="0" err="1"/>
              <a:t>idf</a:t>
            </a:r>
            <a:r>
              <a:rPr lang="en-US" altLang="zh-TW" dirty="0"/>
              <a:t> </a:t>
            </a:r>
            <a:r>
              <a:rPr lang="zh-TW" altLang="en-US" dirty="0"/>
              <a:t>兩部分，其意義為：</a:t>
            </a:r>
          </a:p>
          <a:p>
            <a:pPr lvl="4">
              <a:buFont typeface="Wingdings" panose="05000000000000000000" pitchFamily="2" charset="2"/>
              <a:buChar char="n"/>
            </a:pPr>
            <a:r>
              <a:rPr lang="en-US" altLang="zh-TW" b="1" dirty="0" err="1" smtClean="0"/>
              <a:t>tf</a:t>
            </a:r>
            <a:r>
              <a:rPr lang="zh-TW" altLang="en-US" dirty="0"/>
              <a:t>：</a:t>
            </a:r>
            <a:r>
              <a:rPr lang="en-US" altLang="zh-TW" dirty="0"/>
              <a:t>term </a:t>
            </a:r>
            <a:r>
              <a:rPr lang="en-US" altLang="zh-TW" dirty="0" err="1"/>
              <a:t>frequence</a:t>
            </a:r>
            <a:r>
              <a:rPr lang="zh-TW" altLang="en-US" dirty="0"/>
              <a:t>，單詞頻率。表示單詞在一個文句中出現的次數。</a:t>
            </a:r>
          </a:p>
          <a:p>
            <a:pPr lvl="4">
              <a:buFont typeface="Wingdings" panose="05000000000000000000" pitchFamily="2" charset="2"/>
              <a:buChar char="n"/>
            </a:pPr>
            <a:r>
              <a:rPr lang="en-US" altLang="zh-TW" b="1" dirty="0" err="1" smtClean="0"/>
              <a:t>idf</a:t>
            </a:r>
            <a:r>
              <a:rPr lang="zh-TW" altLang="en-US" dirty="0"/>
              <a:t>：</a:t>
            </a:r>
            <a:r>
              <a:rPr lang="en-US" altLang="zh-TW" dirty="0"/>
              <a:t>inverse document </a:t>
            </a:r>
            <a:r>
              <a:rPr lang="en-US" altLang="zh-TW" dirty="0" err="1"/>
              <a:t>frequence</a:t>
            </a:r>
            <a:r>
              <a:rPr lang="zh-TW" altLang="en-US" dirty="0"/>
              <a:t>，逆文件頻率。表示有出現單詞文句數量</a:t>
            </a:r>
            <a:r>
              <a:rPr lang="zh-TW" altLang="en-US" dirty="0" smtClean="0"/>
              <a:t>：如果</a:t>
            </a:r>
            <a:r>
              <a:rPr lang="zh-TW" altLang="en-US" dirty="0"/>
              <a:t>出現的文句數量越大，表示此單詞重要性越低。例如共有</a:t>
            </a:r>
            <a:r>
              <a:rPr lang="en-US" altLang="zh-TW" dirty="0"/>
              <a:t>100 </a:t>
            </a:r>
            <a:r>
              <a:rPr lang="zh-TW" altLang="en-US" dirty="0"/>
              <a:t>個文句，「</a:t>
            </a:r>
            <a:r>
              <a:rPr lang="zh-TW" altLang="en-US" dirty="0" smtClean="0"/>
              <a:t>因為</a:t>
            </a:r>
            <a:r>
              <a:rPr lang="zh-TW" altLang="en-US" dirty="0"/>
              <a:t>」單詞在</a:t>
            </a:r>
            <a:r>
              <a:rPr lang="en-US" altLang="zh-TW" dirty="0"/>
              <a:t>80 </a:t>
            </a:r>
            <a:r>
              <a:rPr lang="zh-TW" altLang="en-US" dirty="0"/>
              <a:t>個文句都出現，表示「因為」單詞重要性很低；「匯率」</a:t>
            </a:r>
            <a:r>
              <a:rPr lang="zh-TW" altLang="en-US" dirty="0" smtClean="0"/>
              <a:t>單詞在</a:t>
            </a:r>
            <a:r>
              <a:rPr lang="en-US" altLang="zh-TW" dirty="0"/>
              <a:t>3 </a:t>
            </a:r>
            <a:r>
              <a:rPr lang="zh-TW" altLang="en-US" dirty="0"/>
              <a:t>個文句中出現，表示「匯率」單詞重要性較高。</a:t>
            </a:r>
          </a:p>
          <a:p>
            <a:pPr marL="342900" lvl="3" indent="-342900">
              <a:buFont typeface="+mj-lt"/>
              <a:buAutoNum type="arabicPeriod"/>
            </a:pPr>
            <a:r>
              <a:rPr lang="zh-TW" altLang="en-US" dirty="0" smtClean="0"/>
              <a:t>要</a:t>
            </a:r>
            <a:r>
              <a:rPr lang="zh-TW" altLang="en-US" dirty="0"/>
              <a:t>使用</a:t>
            </a:r>
            <a:r>
              <a:rPr lang="en-US" altLang="zh-TW" dirty="0" err="1"/>
              <a:t>tf-idf</a:t>
            </a:r>
            <a:r>
              <a:rPr lang="en-US" altLang="zh-TW" dirty="0"/>
              <a:t> </a:t>
            </a:r>
            <a:r>
              <a:rPr lang="zh-TW" altLang="en-US" dirty="0"/>
              <a:t>首先載入</a:t>
            </a:r>
            <a:r>
              <a:rPr lang="en-US" altLang="zh-TW" dirty="0" err="1"/>
              <a:t>Scikit</a:t>
            </a:r>
            <a:r>
              <a:rPr lang="en-US" altLang="zh-TW" dirty="0"/>
              <a:t>-Learn </a:t>
            </a:r>
            <a:r>
              <a:rPr lang="zh-TW" altLang="en-US" dirty="0"/>
              <a:t>的</a:t>
            </a:r>
            <a:r>
              <a:rPr lang="en-US" altLang="zh-TW" dirty="0" err="1"/>
              <a:t>tf-idf</a:t>
            </a:r>
            <a:r>
              <a:rPr lang="en-US" altLang="zh-TW" dirty="0"/>
              <a:t> </a:t>
            </a:r>
            <a:r>
              <a:rPr lang="zh-TW" altLang="en-US" dirty="0"/>
              <a:t>模組</a:t>
            </a:r>
            <a:r>
              <a:rPr lang="zh-TW" altLang="en-US" dirty="0" smtClean="0"/>
              <a:t>：</a:t>
            </a:r>
            <a:endParaRPr lang="en-US" altLang="zh-TW" dirty="0" smtClean="0"/>
          </a:p>
          <a:p>
            <a:pPr marL="342900" lvl="3" indent="-342900">
              <a:buFont typeface="+mj-lt"/>
              <a:buAutoNum type="arabicPeriod"/>
            </a:pPr>
            <a:endParaRPr lang="en-US" altLang="zh-TW" dirty="0"/>
          </a:p>
          <a:p>
            <a:pPr marL="342900" lvl="3" indent="-342900">
              <a:buFont typeface="+mj-lt"/>
              <a:buAutoNum type="arabicPeriod"/>
            </a:pPr>
            <a:r>
              <a:rPr lang="zh-TW" altLang="en-US" dirty="0"/>
              <a:t>接著建立</a:t>
            </a:r>
            <a:r>
              <a:rPr lang="en-US" altLang="zh-TW" dirty="0" err="1"/>
              <a:t>TfidfVectorizer</a:t>
            </a:r>
            <a:r>
              <a:rPr lang="en-US" altLang="zh-TW" dirty="0"/>
              <a:t> </a:t>
            </a:r>
            <a:r>
              <a:rPr lang="zh-TW" altLang="en-US" dirty="0"/>
              <a:t>物件，語法為：</a:t>
            </a:r>
            <a:endParaRPr lang="en-US" altLang="zh-TW" dirty="0" smtClean="0"/>
          </a:p>
          <a:p>
            <a:pPr marL="342900" lvl="3" indent="-342900">
              <a:buFont typeface="+mj-lt"/>
              <a:buAutoNum type="arabicPeriod"/>
            </a:pPr>
            <a:endParaRPr lang="zh-TW" altLang="en-US" dirty="0"/>
          </a:p>
        </p:txBody>
      </p:sp>
      <p:pic>
        <p:nvPicPr>
          <p:cNvPr id="174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600" y="3914764"/>
            <a:ext cx="5381332" cy="5275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741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3608" y="4812739"/>
            <a:ext cx="5388869" cy="53511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8276339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sz="quarter" idx="10"/>
          </p:nvPr>
        </p:nvSpPr>
        <p:spPr/>
        <p:txBody>
          <a:bodyPr/>
          <a:lstStyle/>
          <a:p>
            <a:pPr lvl="1"/>
            <a:r>
              <a:rPr lang="en-US" altLang="zh-TW" dirty="0"/>
              <a:t>8.3.4 </a:t>
            </a:r>
            <a:r>
              <a:rPr lang="en-US" altLang="zh-TW" dirty="0" err="1"/>
              <a:t>Scikit</a:t>
            </a:r>
            <a:r>
              <a:rPr lang="en-US" altLang="zh-TW" dirty="0"/>
              <a:t>-Learn </a:t>
            </a:r>
            <a:r>
              <a:rPr lang="zh-TW" altLang="en-US" dirty="0"/>
              <a:t>的單純貝氏分類模組</a:t>
            </a:r>
          </a:p>
          <a:p>
            <a:pPr lvl="2"/>
            <a:r>
              <a:rPr lang="zh-TW" altLang="en-US" dirty="0"/>
              <a:t>單純貝氏分類模組的運作步驟</a:t>
            </a:r>
          </a:p>
          <a:p>
            <a:pPr marL="342900" lvl="3" indent="-342900">
              <a:buFont typeface="+mj-lt"/>
              <a:buAutoNum type="arabicPeriod"/>
            </a:pPr>
            <a:r>
              <a:rPr lang="zh-TW" altLang="en-US" dirty="0" smtClean="0"/>
              <a:t>在</a:t>
            </a:r>
            <a:r>
              <a:rPr lang="en-US" altLang="zh-TW" dirty="0" err="1"/>
              <a:t>Scikit</a:t>
            </a:r>
            <a:r>
              <a:rPr lang="en-US" altLang="zh-TW" dirty="0"/>
              <a:t>-Learn </a:t>
            </a:r>
            <a:r>
              <a:rPr lang="zh-TW" altLang="en-US" dirty="0"/>
              <a:t>要使用單純貝氏演算法，首先載入模組</a:t>
            </a:r>
            <a:r>
              <a:rPr lang="zh-TW" altLang="en-US" dirty="0" smtClean="0"/>
              <a:t>：</a:t>
            </a:r>
            <a:endParaRPr lang="en-US" altLang="zh-TW" dirty="0" smtClean="0"/>
          </a:p>
          <a:p>
            <a:pPr marL="342900" lvl="3" indent="-342900">
              <a:buFont typeface="+mj-lt"/>
              <a:buAutoNum type="arabicPeriod"/>
            </a:pPr>
            <a:endParaRPr lang="en-US" altLang="zh-TW" dirty="0"/>
          </a:p>
          <a:p>
            <a:pPr marL="342900" lvl="3" indent="-342900">
              <a:buFont typeface="+mj-lt"/>
              <a:buAutoNum type="arabicPeriod"/>
            </a:pPr>
            <a:r>
              <a:rPr lang="zh-TW" altLang="en-US" dirty="0"/>
              <a:t>接著建立</a:t>
            </a:r>
            <a:r>
              <a:rPr lang="en-US" altLang="zh-TW" dirty="0" err="1"/>
              <a:t>MultinomialNB</a:t>
            </a:r>
            <a:r>
              <a:rPr lang="en-US" altLang="zh-TW" dirty="0"/>
              <a:t> </a:t>
            </a:r>
            <a:r>
              <a:rPr lang="zh-TW" altLang="en-US" dirty="0"/>
              <a:t>物件，語法為</a:t>
            </a:r>
            <a:r>
              <a:rPr lang="zh-TW" altLang="en-US" dirty="0" smtClean="0"/>
              <a:t>：</a:t>
            </a:r>
            <a:endParaRPr lang="en-US" altLang="zh-TW" dirty="0" smtClean="0"/>
          </a:p>
          <a:p>
            <a:pPr marL="342900" lvl="3" indent="-342900">
              <a:buFont typeface="+mj-lt"/>
              <a:buAutoNum type="arabicPeriod"/>
            </a:pPr>
            <a:endParaRPr lang="en-US" altLang="zh-TW" dirty="0" smtClean="0"/>
          </a:p>
          <a:p>
            <a:pPr marL="702900" lvl="4">
              <a:buFont typeface="Wingdings" panose="05000000000000000000" pitchFamily="2" charset="2"/>
              <a:buChar char="n"/>
            </a:pPr>
            <a:r>
              <a:rPr lang="en-US" altLang="zh-TW" b="1" dirty="0"/>
              <a:t>alpha</a:t>
            </a:r>
            <a:r>
              <a:rPr lang="zh-TW" altLang="en-US" dirty="0"/>
              <a:t>：拉普拉斯平滑系數。此係數是修正當某個特徵在第 </a:t>
            </a:r>
            <a:r>
              <a:rPr lang="en-US" altLang="zh-TW" dirty="0" err="1"/>
              <a:t>i</a:t>
            </a:r>
            <a:r>
              <a:rPr lang="en-US" altLang="zh-TW" dirty="0"/>
              <a:t> </a:t>
            </a:r>
            <a:r>
              <a:rPr lang="zh-TW" altLang="en-US" dirty="0"/>
              <a:t>個類別的比率</a:t>
            </a:r>
            <a:r>
              <a:rPr lang="zh-TW" altLang="en-US" dirty="0" smtClean="0"/>
              <a:t>為</a:t>
            </a:r>
            <a:r>
              <a:rPr lang="en-US" altLang="zh-TW" dirty="0" smtClean="0"/>
              <a:t>0 </a:t>
            </a:r>
            <a:r>
              <a:rPr lang="zh-TW" altLang="en-US" dirty="0"/>
              <a:t>時，會使第</a:t>
            </a:r>
            <a:r>
              <a:rPr lang="en-US" altLang="zh-TW" dirty="0" err="1"/>
              <a:t>i</a:t>
            </a:r>
            <a:r>
              <a:rPr lang="en-US" altLang="zh-TW" dirty="0"/>
              <a:t> </a:t>
            </a:r>
            <a:r>
              <a:rPr lang="zh-TW" altLang="en-US" dirty="0"/>
              <a:t>個類別的機率為</a:t>
            </a:r>
            <a:r>
              <a:rPr lang="en-US" altLang="zh-TW" dirty="0"/>
              <a:t>0 </a:t>
            </a:r>
            <a:r>
              <a:rPr lang="zh-TW" altLang="en-US" dirty="0"/>
              <a:t>的缺失。預設值為</a:t>
            </a:r>
            <a:r>
              <a:rPr lang="en-US" altLang="zh-TW" dirty="0"/>
              <a:t>1</a:t>
            </a:r>
            <a:r>
              <a:rPr lang="zh-TW" altLang="en-US" dirty="0"/>
              <a:t>。</a:t>
            </a:r>
            <a:endParaRPr lang="en-US" altLang="zh-TW" dirty="0"/>
          </a:p>
          <a:p>
            <a:pPr marL="342900" lvl="3" indent="-342900">
              <a:buFont typeface="+mj-lt"/>
              <a:buAutoNum type="arabicPeriod"/>
            </a:pPr>
            <a:r>
              <a:rPr lang="zh-TW" altLang="en-US" dirty="0"/>
              <a:t>然後就可利用</a:t>
            </a:r>
            <a:r>
              <a:rPr lang="en-US" altLang="zh-TW" dirty="0"/>
              <a:t>fit </a:t>
            </a:r>
            <a:r>
              <a:rPr lang="zh-TW" altLang="en-US" dirty="0"/>
              <a:t>方法進行訓練，語法為</a:t>
            </a:r>
            <a:r>
              <a:rPr lang="zh-TW" altLang="en-US" dirty="0" smtClean="0"/>
              <a:t>：</a:t>
            </a:r>
            <a:endParaRPr lang="en-US" altLang="zh-TW" dirty="0" smtClean="0"/>
          </a:p>
          <a:p>
            <a:pPr marL="342900" lvl="3" indent="-342900">
              <a:buFont typeface="+mj-lt"/>
              <a:buAutoNum type="arabicPeriod"/>
            </a:pPr>
            <a:endParaRPr lang="en-US" altLang="zh-TW" dirty="0"/>
          </a:p>
          <a:p>
            <a:pPr marL="342900" lvl="3" indent="-342900">
              <a:buFont typeface="+mj-lt"/>
              <a:buAutoNum type="arabicPeriod"/>
            </a:pPr>
            <a:r>
              <a:rPr lang="zh-TW" altLang="en-US" dirty="0"/>
              <a:t>訓練完成後可使用</a:t>
            </a:r>
            <a:r>
              <a:rPr lang="en-US" altLang="zh-TW" dirty="0"/>
              <a:t>predict() </a:t>
            </a:r>
            <a:r>
              <a:rPr lang="zh-TW" altLang="en-US" dirty="0"/>
              <a:t>方法對未知資料進行預測，語法為</a:t>
            </a:r>
            <a:r>
              <a:rPr lang="zh-TW" altLang="en-US" dirty="0" smtClean="0"/>
              <a:t>：</a:t>
            </a:r>
            <a:endParaRPr lang="en-US" altLang="zh-TW" dirty="0" smtClean="0"/>
          </a:p>
          <a:p>
            <a:pPr marL="342900" lvl="3" indent="-342900">
              <a:buFont typeface="+mj-lt"/>
              <a:buAutoNum type="arabicPeriod"/>
            </a:pPr>
            <a:endParaRPr lang="en-US" altLang="zh-TW" dirty="0"/>
          </a:p>
          <a:p>
            <a:pPr marL="342900" lvl="3" indent="-342900">
              <a:buFont typeface="+mj-lt"/>
              <a:buAutoNum type="arabicPeriod"/>
            </a:pPr>
            <a:r>
              <a:rPr lang="zh-TW" altLang="en-US" dirty="0"/>
              <a:t>或者使用</a:t>
            </a:r>
            <a:r>
              <a:rPr lang="en-US" altLang="zh-TW" dirty="0"/>
              <a:t>score() </a:t>
            </a:r>
            <a:r>
              <a:rPr lang="zh-TW" altLang="en-US" dirty="0"/>
              <a:t>方法對未知資料進行預測，並計算準確率，語法為：</a:t>
            </a:r>
          </a:p>
        </p:txBody>
      </p:sp>
      <p:pic>
        <p:nvPicPr>
          <p:cNvPr id="184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592" y="1916832"/>
            <a:ext cx="5339879" cy="5392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43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9592" y="2780928"/>
            <a:ext cx="5339879" cy="5317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43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1600" y="4437112"/>
            <a:ext cx="5469607" cy="53155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437"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78847" y="5301208"/>
            <a:ext cx="5492718" cy="5238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438"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02376" y="6165304"/>
            <a:ext cx="5191100" cy="48119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7770810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sz="quarter" idx="10"/>
          </p:nvPr>
        </p:nvSpPr>
        <p:spPr/>
        <p:txBody>
          <a:bodyPr/>
          <a:lstStyle/>
          <a:p>
            <a:pPr lvl="2"/>
            <a:r>
              <a:rPr lang="zh-TW" altLang="en-US" dirty="0"/>
              <a:t>優點及缺點</a:t>
            </a:r>
          </a:p>
          <a:p>
            <a:pPr lvl="3"/>
            <a:r>
              <a:rPr lang="zh-TW" altLang="en-US" dirty="0"/>
              <a:t>單純貝氏演算法的優點是其理論根據為古典數學理論，有穩定的分類效率，而且</a:t>
            </a:r>
            <a:r>
              <a:rPr lang="zh-TW" altLang="en-US" dirty="0" smtClean="0"/>
              <a:t>對缺失</a:t>
            </a:r>
            <a:r>
              <a:rPr lang="zh-TW" altLang="en-US" dirty="0"/>
              <a:t>資料不太敏感，演算法也比較簡單。單純貝氏演算法的分類準確度高，速度快。</a:t>
            </a:r>
          </a:p>
          <a:p>
            <a:pPr lvl="3"/>
            <a:r>
              <a:rPr lang="zh-TW" altLang="en-US" dirty="0"/>
              <a:t>單純貝氏演算法的缺點是適用於特徵獨立的情況，如果特徵之間有較高的相關性</a:t>
            </a:r>
            <a:r>
              <a:rPr lang="zh-TW" altLang="en-US" dirty="0" smtClean="0"/>
              <a:t>，其</a:t>
            </a:r>
            <a:r>
              <a:rPr lang="zh-TW" altLang="en-US" dirty="0"/>
              <a:t>準確度會下降</a:t>
            </a:r>
            <a:r>
              <a:rPr lang="zh-TW" altLang="en-US" dirty="0" smtClean="0"/>
              <a:t>。</a:t>
            </a:r>
            <a:endParaRPr lang="en-US" altLang="zh-TW" dirty="0" smtClean="0"/>
          </a:p>
          <a:p>
            <a:pPr lvl="1"/>
            <a:r>
              <a:rPr lang="en-US" altLang="zh-TW" dirty="0"/>
              <a:t>8.3.5 </a:t>
            </a:r>
            <a:r>
              <a:rPr lang="zh-TW" altLang="en-US" dirty="0"/>
              <a:t>單純貝氏演算法應用：判斷新聞類別</a:t>
            </a:r>
          </a:p>
          <a:p>
            <a:pPr lvl="3"/>
            <a:r>
              <a:rPr lang="en-US" altLang="zh-TW" dirty="0" err="1"/>
              <a:t>Scikit</a:t>
            </a:r>
            <a:r>
              <a:rPr lang="en-US" altLang="zh-TW" dirty="0"/>
              <a:t>-Learn </a:t>
            </a:r>
            <a:r>
              <a:rPr lang="zh-TW" altLang="en-US" dirty="0"/>
              <a:t>的大規模資料集</a:t>
            </a:r>
            <a:r>
              <a:rPr lang="en-US" altLang="zh-TW" dirty="0"/>
              <a:t>fetch_20newsgroups </a:t>
            </a:r>
            <a:r>
              <a:rPr lang="zh-TW" altLang="en-US" dirty="0"/>
              <a:t>包含</a:t>
            </a:r>
            <a:r>
              <a:rPr lang="en-US" altLang="zh-TW" dirty="0"/>
              <a:t>18000 </a:t>
            </a:r>
            <a:r>
              <a:rPr lang="zh-TW" altLang="en-US" dirty="0"/>
              <a:t>餘篇英文新聞，</a:t>
            </a:r>
            <a:r>
              <a:rPr lang="zh-TW" altLang="en-US" dirty="0" smtClean="0"/>
              <a:t>新聞共</a:t>
            </a:r>
            <a:r>
              <a:rPr lang="zh-TW" altLang="en-US" dirty="0"/>
              <a:t>分為</a:t>
            </a:r>
            <a:r>
              <a:rPr lang="en-US" altLang="zh-TW" dirty="0"/>
              <a:t>20 </a:t>
            </a:r>
            <a:r>
              <a:rPr lang="zh-TW" altLang="en-US" dirty="0"/>
              <a:t>類別。</a:t>
            </a:r>
          </a:p>
          <a:p>
            <a:pPr lvl="3"/>
            <a:endParaRPr lang="zh-TW" altLang="en-US" dirty="0"/>
          </a:p>
        </p:txBody>
      </p:sp>
      <p:pic>
        <p:nvPicPr>
          <p:cNvPr id="194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27984" y="4159019"/>
            <a:ext cx="4204320" cy="217265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矩形 2"/>
          <p:cNvSpPr/>
          <p:nvPr/>
        </p:nvSpPr>
        <p:spPr>
          <a:xfrm>
            <a:off x="467544" y="4365104"/>
            <a:ext cx="3960440" cy="1887696"/>
          </a:xfrm>
          <a:prstGeom prst="rect">
            <a:avLst/>
          </a:prstGeom>
        </p:spPr>
        <p:txBody>
          <a:bodyPr wrap="square">
            <a:spAutoFit/>
          </a:bodyPr>
          <a:lstStyle/>
          <a:p>
            <a:pPr>
              <a:lnSpc>
                <a:spcPts val="2800"/>
              </a:lnSpc>
            </a:pPr>
            <a:r>
              <a:rPr lang="zh-TW" altLang="en-US" dirty="0">
                <a:latin typeface="+mj-ea"/>
                <a:ea typeface="+mj-ea"/>
              </a:rPr>
              <a:t>在這個應用中，請將</a:t>
            </a:r>
            <a:r>
              <a:rPr lang="en-US" altLang="zh-TW" dirty="0">
                <a:latin typeface="+mj-ea"/>
                <a:ea typeface="+mj-ea"/>
              </a:rPr>
              <a:t>fetch_20newsgroups </a:t>
            </a:r>
            <a:r>
              <a:rPr lang="zh-TW" altLang="en-US" dirty="0">
                <a:latin typeface="+mj-ea"/>
                <a:ea typeface="+mj-ea"/>
              </a:rPr>
              <a:t>資料集的</a:t>
            </a:r>
            <a:r>
              <a:rPr lang="en-US" altLang="zh-TW" dirty="0">
                <a:latin typeface="+mj-ea"/>
                <a:ea typeface="+mj-ea"/>
              </a:rPr>
              <a:t>20% </a:t>
            </a:r>
            <a:r>
              <a:rPr lang="zh-TW" altLang="en-US" dirty="0">
                <a:latin typeface="+mj-ea"/>
                <a:ea typeface="+mj-ea"/>
              </a:rPr>
              <a:t>原始資料做為測試資料，</a:t>
            </a:r>
            <a:r>
              <a:rPr lang="en-US" altLang="zh-TW" dirty="0">
                <a:latin typeface="+mj-ea"/>
                <a:ea typeface="+mj-ea"/>
              </a:rPr>
              <a:t>80% </a:t>
            </a:r>
            <a:r>
              <a:rPr lang="zh-TW" altLang="en-US" dirty="0">
                <a:latin typeface="+mj-ea"/>
                <a:ea typeface="+mj-ea"/>
              </a:rPr>
              <a:t>原始資料做為訓練資料，訓練後以測試資料進行預測並計算準確率</a:t>
            </a:r>
          </a:p>
        </p:txBody>
      </p:sp>
    </p:spTree>
    <p:extLst>
      <p:ext uri="{BB962C8B-B14F-4D97-AF65-F5344CB8AC3E}">
        <p14:creationId xmlns:p14="http://schemas.microsoft.com/office/powerpoint/2010/main" val="121900344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sz="quarter" idx="10"/>
          </p:nvPr>
        </p:nvSpPr>
        <p:spPr/>
        <p:txBody>
          <a:bodyPr/>
          <a:lstStyle/>
          <a:p>
            <a:pPr lvl="1"/>
            <a:r>
              <a:rPr lang="en-US" altLang="zh-TW" dirty="0"/>
              <a:t>8.3.6 </a:t>
            </a:r>
            <a:r>
              <a:rPr lang="zh-TW" altLang="en-US" dirty="0"/>
              <a:t>單純貝氏演算法應用：中文新聞</a:t>
            </a:r>
            <a:r>
              <a:rPr lang="zh-TW" altLang="en-US" dirty="0" smtClean="0"/>
              <a:t>類別</a:t>
            </a:r>
            <a:endParaRPr lang="en-US" altLang="zh-TW" dirty="0" smtClean="0"/>
          </a:p>
          <a:p>
            <a:pPr lvl="3"/>
            <a:r>
              <a:rPr lang="zh-TW" altLang="en-US" dirty="0"/>
              <a:t>若要單純貝氏演算法判斷中文文章類別，需先用</a:t>
            </a:r>
            <a:r>
              <a:rPr lang="en-US" altLang="zh-TW" dirty="0" err="1"/>
              <a:t>jieba</a:t>
            </a:r>
            <a:r>
              <a:rPr lang="en-US" altLang="zh-TW" dirty="0"/>
              <a:t> </a:t>
            </a:r>
            <a:r>
              <a:rPr lang="zh-TW" altLang="en-US" dirty="0"/>
              <a:t>模組對中文文章斷詞，再以</a:t>
            </a:r>
            <a:r>
              <a:rPr lang="zh-TW" altLang="en-US" dirty="0" smtClean="0"/>
              <a:t>單純</a:t>
            </a:r>
            <a:r>
              <a:rPr lang="zh-TW" altLang="en-US" dirty="0"/>
              <a:t>貝氏演算法進行文章類別判斷</a:t>
            </a:r>
            <a:r>
              <a:rPr lang="zh-TW" altLang="en-US" dirty="0" smtClean="0"/>
              <a:t>。</a:t>
            </a:r>
            <a:endParaRPr lang="en-US" altLang="zh-TW" dirty="0" smtClean="0"/>
          </a:p>
          <a:p>
            <a:pPr lvl="3"/>
            <a:r>
              <a:rPr lang="zh-TW" altLang="en-US" dirty="0"/>
              <a:t>以下程式讀取</a:t>
            </a:r>
            <a:r>
              <a:rPr lang="en-US" altLang="zh-TW" dirty="0"/>
              <a:t>&lt;toutiao_cat_data.txt&gt; </a:t>
            </a:r>
            <a:r>
              <a:rPr lang="zh-TW" altLang="en-US" dirty="0"/>
              <a:t>資料集，取得代碼及資料內容，然後以</a:t>
            </a:r>
            <a:r>
              <a:rPr lang="en-US" altLang="zh-TW" dirty="0" err="1" smtClean="0"/>
              <a:t>jieba</a:t>
            </a:r>
            <a:r>
              <a:rPr lang="zh-TW" altLang="en-US" dirty="0" smtClean="0"/>
              <a:t>對</a:t>
            </a:r>
            <a:r>
              <a:rPr lang="zh-TW" altLang="en-US" dirty="0"/>
              <a:t>資料內容進行斷詞。接著以</a:t>
            </a:r>
            <a:r>
              <a:rPr lang="en-US" altLang="zh-TW" dirty="0"/>
              <a:t>20% </a:t>
            </a:r>
            <a:r>
              <a:rPr lang="zh-TW" altLang="en-US" dirty="0"/>
              <a:t>原始資料做為測試資料，</a:t>
            </a:r>
            <a:r>
              <a:rPr lang="en-US" altLang="zh-TW" dirty="0"/>
              <a:t>80% </a:t>
            </a:r>
            <a:r>
              <a:rPr lang="zh-TW" altLang="en-US" dirty="0"/>
              <a:t>原始資料做為</a:t>
            </a:r>
            <a:r>
              <a:rPr lang="zh-TW" altLang="en-US" dirty="0" smtClean="0"/>
              <a:t>訓練資料</a:t>
            </a:r>
            <a:r>
              <a:rPr lang="zh-TW" altLang="en-US" dirty="0"/>
              <a:t>，訓練後以測試資料進行預測並計算準確率：</a:t>
            </a:r>
          </a:p>
        </p:txBody>
      </p:sp>
      <p:pic>
        <p:nvPicPr>
          <p:cNvPr id="2048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1720" y="3068960"/>
            <a:ext cx="4367285" cy="328877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18985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sz="quarter" idx="10"/>
          </p:nvPr>
        </p:nvSpPr>
        <p:spPr>
          <a:xfrm>
            <a:off x="323528" y="2204864"/>
            <a:ext cx="8280000" cy="1751296"/>
          </a:xfrm>
        </p:spPr>
        <p:txBody>
          <a:bodyPr/>
          <a:lstStyle/>
          <a:p>
            <a:pPr algn="ctr"/>
            <a:r>
              <a:rPr lang="zh-TW" altLang="en-US" sz="4400" dirty="0" smtClean="0">
                <a:solidFill>
                  <a:srgbClr val="FF0000"/>
                </a:solidFill>
                <a:latin typeface="標楷體" panose="03000509000000000000" pitchFamily="65" charset="-120"/>
                <a:ea typeface="標楷體" panose="03000509000000000000" pitchFamily="65" charset="-120"/>
              </a:rPr>
              <a:t>補充說明</a:t>
            </a:r>
            <a:r>
              <a:rPr lang="en-US" altLang="zh-TW" sz="4400" dirty="0" smtClean="0">
                <a:solidFill>
                  <a:srgbClr val="FF0000"/>
                </a:solidFill>
                <a:latin typeface="標楷體" panose="03000509000000000000" pitchFamily="65" charset="-120"/>
                <a:ea typeface="標楷體" panose="03000509000000000000" pitchFamily="65" charset="-120"/>
              </a:rPr>
              <a:t>:</a:t>
            </a:r>
            <a:br>
              <a:rPr lang="en-US" altLang="zh-TW" sz="4400" dirty="0" smtClean="0">
                <a:solidFill>
                  <a:srgbClr val="FF0000"/>
                </a:solidFill>
                <a:latin typeface="標楷體" panose="03000509000000000000" pitchFamily="65" charset="-120"/>
                <a:ea typeface="標楷體" panose="03000509000000000000" pitchFamily="65" charset="-120"/>
              </a:rPr>
            </a:br>
            <a:r>
              <a:rPr lang="zh-TW" altLang="en-US" sz="4400" dirty="0" smtClean="0">
                <a:latin typeface="標楷體" panose="03000509000000000000" pitchFamily="65" charset="-120"/>
                <a:ea typeface="標楷體" panose="03000509000000000000" pitchFamily="65" charset="-120"/>
              </a:rPr>
              <a:t>條件機率與貝氏定理</a:t>
            </a:r>
            <a:endParaRPr lang="zh-TW" altLang="en-US" sz="4400" dirty="0">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411632523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t>條件</a:t>
            </a:r>
            <a:r>
              <a:rPr lang="zh-TW" altLang="en-US" dirty="0"/>
              <a:t>機率與獨立事件</a:t>
            </a:r>
          </a:p>
        </p:txBody>
      </p:sp>
      <p:sp>
        <p:nvSpPr>
          <p:cNvPr id="3" name="投影片編號版面配置區 2"/>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89BF5C8-FD99-4FAB-8C52-0A730DCDAB53}" type="slidenum">
              <a:rPr kumimoji="0" lang="en-US" altLang="zh-TW" sz="1200" b="0" i="0" u="none" strike="noStrike" kern="1200" cap="none" spc="0" normalizeH="0" baseline="0" noProof="0" smtClean="0">
                <a:ln>
                  <a:noFill/>
                </a:ln>
                <a:solidFill>
                  <a:srgbClr val="FFFFFF"/>
                </a:solidFill>
                <a:effectLst/>
                <a:uLnTx/>
                <a:uFillTx/>
                <a:latin typeface="Candara" panose="020E0502030303020204" pitchFamily="34" charset="0"/>
                <a:ea typeface="新細明體" charset="-120"/>
                <a:cs typeface="Cordia New" panose="020B0304020202020204" pitchFamily="34" charset="-34"/>
              </a:rPr>
              <a:pPr marL="0" marR="0" lvl="0" indent="0" algn="r" defTabSz="914400" rtl="0" eaLnBrk="1" fontAlgn="base" latinLnBrk="0" hangingPunct="1">
                <a:lnSpc>
                  <a:spcPct val="100000"/>
                </a:lnSpc>
                <a:spcBef>
                  <a:spcPct val="0"/>
                </a:spcBef>
                <a:spcAft>
                  <a:spcPct val="0"/>
                </a:spcAft>
                <a:buClrTx/>
                <a:buSzTx/>
                <a:buFontTx/>
                <a:buNone/>
                <a:tabLst/>
                <a:defRPr/>
              </a:pPr>
              <a:t>36</a:t>
            </a:fld>
            <a:endParaRPr kumimoji="0" lang="en-US" altLang="zh-TW" sz="1200" b="0" i="0" u="none" strike="noStrike" kern="1200" cap="none" spc="0" normalizeH="0" baseline="0" noProof="0">
              <a:ln>
                <a:noFill/>
              </a:ln>
              <a:solidFill>
                <a:srgbClr val="FFFFFF"/>
              </a:solidFill>
              <a:effectLst/>
              <a:uLnTx/>
              <a:uFillTx/>
              <a:latin typeface="Candara" panose="020E0502030303020204" pitchFamily="34" charset="0"/>
              <a:ea typeface="新細明體" charset="-120"/>
              <a:cs typeface="Cordia New" panose="020B0304020202020204" pitchFamily="34" charset="-34"/>
            </a:endParaRPr>
          </a:p>
        </p:txBody>
      </p:sp>
      <p:pic>
        <p:nvPicPr>
          <p:cNvPr id="40962" name="Picture 2"/>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771800" y="1844824"/>
            <a:ext cx="3240360" cy="397124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738886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t>條件機率</a:t>
            </a:r>
            <a:endParaRPr lang="zh-TW" altLang="en-US" dirty="0"/>
          </a:p>
        </p:txBody>
      </p:sp>
      <p:sp>
        <p:nvSpPr>
          <p:cNvPr id="3" name="投影片編號版面配置區 2"/>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89BF5C8-FD99-4FAB-8C52-0A730DCDAB53}" type="slidenum">
              <a:rPr kumimoji="0" lang="en-US" altLang="zh-TW" sz="1200" b="0" i="0" u="none" strike="noStrike" kern="1200" cap="none" spc="0" normalizeH="0" baseline="0" noProof="0" smtClean="0">
                <a:ln>
                  <a:noFill/>
                </a:ln>
                <a:solidFill>
                  <a:srgbClr val="FFFFFF"/>
                </a:solidFill>
                <a:effectLst/>
                <a:uLnTx/>
                <a:uFillTx/>
                <a:latin typeface="Candara" panose="020E0502030303020204" pitchFamily="34" charset="0"/>
                <a:ea typeface="新細明體" charset="-120"/>
                <a:cs typeface="Cordia New" panose="020B0304020202020204" pitchFamily="34" charset="-34"/>
              </a:rPr>
              <a:pPr marL="0" marR="0" lvl="0" indent="0" algn="r" defTabSz="914400" rtl="0" eaLnBrk="1" fontAlgn="base" latinLnBrk="0" hangingPunct="1">
                <a:lnSpc>
                  <a:spcPct val="100000"/>
                </a:lnSpc>
                <a:spcBef>
                  <a:spcPct val="0"/>
                </a:spcBef>
                <a:spcAft>
                  <a:spcPct val="0"/>
                </a:spcAft>
                <a:buClrTx/>
                <a:buSzTx/>
                <a:buFontTx/>
                <a:buNone/>
                <a:tabLst/>
                <a:defRPr/>
              </a:pPr>
              <a:t>37</a:t>
            </a:fld>
            <a:endParaRPr kumimoji="0" lang="en-US" altLang="zh-TW" sz="1200" b="0" i="0" u="none" strike="noStrike" kern="1200" cap="none" spc="0" normalizeH="0" baseline="0" noProof="0">
              <a:ln>
                <a:noFill/>
              </a:ln>
              <a:solidFill>
                <a:srgbClr val="FFFFFF"/>
              </a:solidFill>
              <a:effectLst/>
              <a:uLnTx/>
              <a:uFillTx/>
              <a:latin typeface="Candara" panose="020E0502030303020204" pitchFamily="34" charset="0"/>
              <a:ea typeface="新細明體" charset="-120"/>
              <a:cs typeface="Cordia New" panose="020B0304020202020204" pitchFamily="34" charset="-34"/>
            </a:endParaRPr>
          </a:p>
        </p:txBody>
      </p:sp>
      <p:pic>
        <p:nvPicPr>
          <p:cNvPr id="41987" name="Picture 3"/>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39552" y="1788319"/>
            <a:ext cx="7992888" cy="257290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2939633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t>條件機率</a:t>
            </a:r>
            <a:endParaRPr lang="zh-TW" altLang="en-US" dirty="0"/>
          </a:p>
        </p:txBody>
      </p:sp>
      <p:sp>
        <p:nvSpPr>
          <p:cNvPr id="3" name="投影片編號版面配置區 2"/>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89BF5C8-FD99-4FAB-8C52-0A730DCDAB53}" type="slidenum">
              <a:rPr kumimoji="0" lang="en-US" altLang="zh-TW" sz="1200" b="0" i="0" u="none" strike="noStrike" kern="1200" cap="none" spc="0" normalizeH="0" baseline="0" noProof="0" smtClean="0">
                <a:ln>
                  <a:noFill/>
                </a:ln>
                <a:solidFill>
                  <a:srgbClr val="FFFFFF"/>
                </a:solidFill>
                <a:effectLst/>
                <a:uLnTx/>
                <a:uFillTx/>
                <a:latin typeface="Candara" panose="020E0502030303020204" pitchFamily="34" charset="0"/>
                <a:ea typeface="新細明體" charset="-120"/>
                <a:cs typeface="Cordia New" panose="020B0304020202020204" pitchFamily="34" charset="-34"/>
              </a:rPr>
              <a:pPr marL="0" marR="0" lvl="0" indent="0" algn="r" defTabSz="914400" rtl="0" eaLnBrk="1" fontAlgn="base" latinLnBrk="0" hangingPunct="1">
                <a:lnSpc>
                  <a:spcPct val="100000"/>
                </a:lnSpc>
                <a:spcBef>
                  <a:spcPct val="0"/>
                </a:spcBef>
                <a:spcAft>
                  <a:spcPct val="0"/>
                </a:spcAft>
                <a:buClrTx/>
                <a:buSzTx/>
                <a:buFontTx/>
                <a:buNone/>
                <a:tabLst/>
                <a:defRPr/>
              </a:pPr>
              <a:t>38</a:t>
            </a:fld>
            <a:endParaRPr kumimoji="0" lang="en-US" altLang="zh-TW" sz="1200" b="0" i="0" u="none" strike="noStrike" kern="1200" cap="none" spc="0" normalizeH="0" baseline="0" noProof="0">
              <a:ln>
                <a:noFill/>
              </a:ln>
              <a:solidFill>
                <a:srgbClr val="FFFFFF"/>
              </a:solidFill>
              <a:effectLst/>
              <a:uLnTx/>
              <a:uFillTx/>
              <a:latin typeface="Candara" panose="020E0502030303020204" pitchFamily="34" charset="0"/>
              <a:ea typeface="新細明體" charset="-120"/>
              <a:cs typeface="Cordia New" panose="020B0304020202020204" pitchFamily="34" charset="-34"/>
            </a:endParaRPr>
          </a:p>
        </p:txBody>
      </p:sp>
      <p:pic>
        <p:nvPicPr>
          <p:cNvPr id="43010" name="Picture 2"/>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62360" y="1700808"/>
            <a:ext cx="7992888" cy="34370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5174918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t>條件機率</a:t>
            </a:r>
            <a:endParaRPr lang="zh-TW" altLang="en-US" dirty="0"/>
          </a:p>
        </p:txBody>
      </p:sp>
      <p:sp>
        <p:nvSpPr>
          <p:cNvPr id="3" name="投影片編號版面配置區 2"/>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89BF5C8-FD99-4FAB-8C52-0A730DCDAB53}" type="slidenum">
              <a:rPr kumimoji="0" lang="en-US" altLang="zh-TW" sz="1200" b="0" i="0" u="none" strike="noStrike" kern="1200" cap="none" spc="0" normalizeH="0" baseline="0" noProof="0" smtClean="0">
                <a:ln>
                  <a:noFill/>
                </a:ln>
                <a:solidFill>
                  <a:srgbClr val="FFFFFF"/>
                </a:solidFill>
                <a:effectLst/>
                <a:uLnTx/>
                <a:uFillTx/>
                <a:latin typeface="Candara" panose="020E0502030303020204" pitchFamily="34" charset="0"/>
                <a:ea typeface="新細明體" charset="-120"/>
                <a:cs typeface="Cordia New" panose="020B0304020202020204" pitchFamily="34" charset="-34"/>
              </a:rPr>
              <a:pPr marL="0" marR="0" lvl="0" indent="0" algn="r" defTabSz="914400" rtl="0" eaLnBrk="1" fontAlgn="base" latinLnBrk="0" hangingPunct="1">
                <a:lnSpc>
                  <a:spcPct val="100000"/>
                </a:lnSpc>
                <a:spcBef>
                  <a:spcPct val="0"/>
                </a:spcBef>
                <a:spcAft>
                  <a:spcPct val="0"/>
                </a:spcAft>
                <a:buClrTx/>
                <a:buSzTx/>
                <a:buFontTx/>
                <a:buNone/>
                <a:tabLst/>
                <a:defRPr/>
              </a:pPr>
              <a:t>39</a:t>
            </a:fld>
            <a:endParaRPr kumimoji="0" lang="en-US" altLang="zh-TW" sz="1200" b="0" i="0" u="none" strike="noStrike" kern="1200" cap="none" spc="0" normalizeH="0" baseline="0" noProof="0">
              <a:ln>
                <a:noFill/>
              </a:ln>
              <a:solidFill>
                <a:srgbClr val="FFFFFF"/>
              </a:solidFill>
              <a:effectLst/>
              <a:uLnTx/>
              <a:uFillTx/>
              <a:latin typeface="Candara" panose="020E0502030303020204" pitchFamily="34" charset="0"/>
              <a:ea typeface="新細明體" charset="-120"/>
              <a:cs typeface="Cordia New" panose="020B0304020202020204" pitchFamily="34" charset="-34"/>
            </a:endParaRPr>
          </a:p>
        </p:txBody>
      </p:sp>
      <p:pic>
        <p:nvPicPr>
          <p:cNvPr id="44034" name="Picture 2"/>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16088" y="1817384"/>
            <a:ext cx="7848872" cy="305750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18148225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1257300" y="173038"/>
            <a:ext cx="7886700" cy="1143000"/>
          </a:xfrm>
        </p:spPr>
        <p:txBody>
          <a:bodyPr/>
          <a:lstStyle/>
          <a:p>
            <a:pPr eaLnBrk="1" hangingPunct="1"/>
            <a:r>
              <a:rPr lang="zh-TW" altLang="en-US" dirty="0" smtClean="0"/>
              <a:t>貝氏定理</a:t>
            </a:r>
          </a:p>
        </p:txBody>
      </p:sp>
      <p:grpSp>
        <p:nvGrpSpPr>
          <p:cNvPr id="15363" name="Group 3"/>
          <p:cNvGrpSpPr>
            <a:grpSpLocks/>
          </p:cNvGrpSpPr>
          <p:nvPr/>
        </p:nvGrpSpPr>
        <p:grpSpPr bwMode="auto">
          <a:xfrm>
            <a:off x="339725" y="311150"/>
            <a:ext cx="857250" cy="857250"/>
            <a:chOff x="372" y="2116"/>
            <a:chExt cx="624" cy="625"/>
          </a:xfrm>
        </p:grpSpPr>
        <p:sp>
          <p:nvSpPr>
            <p:cNvPr id="15372" name="Freeform 4"/>
            <p:cNvSpPr>
              <a:spLocks noEditPoints="1"/>
            </p:cNvSpPr>
            <p:nvPr/>
          </p:nvSpPr>
          <p:spPr bwMode="auto">
            <a:xfrm>
              <a:off x="372" y="2116"/>
              <a:ext cx="624" cy="625"/>
            </a:xfrm>
            <a:custGeom>
              <a:avLst/>
              <a:gdLst>
                <a:gd name="T0" fmla="*/ 128 w 1702"/>
                <a:gd name="T1" fmla="*/ 1 h 1704"/>
                <a:gd name="T2" fmla="*/ 153 w 1702"/>
                <a:gd name="T3" fmla="*/ 7 h 1704"/>
                <a:gd name="T4" fmla="*/ 176 w 1702"/>
                <a:gd name="T5" fmla="*/ 18 h 1704"/>
                <a:gd name="T6" fmla="*/ 195 w 1702"/>
                <a:gd name="T7" fmla="*/ 34 h 1704"/>
                <a:gd name="T8" fmla="*/ 211 w 1702"/>
                <a:gd name="T9" fmla="*/ 53 h 1704"/>
                <a:gd name="T10" fmla="*/ 222 w 1702"/>
                <a:gd name="T11" fmla="*/ 76 h 1704"/>
                <a:gd name="T12" fmla="*/ 228 w 1702"/>
                <a:gd name="T13" fmla="*/ 102 h 1704"/>
                <a:gd name="T14" fmla="*/ 228 w 1702"/>
                <a:gd name="T15" fmla="*/ 128 h 1704"/>
                <a:gd name="T16" fmla="*/ 222 w 1702"/>
                <a:gd name="T17" fmla="*/ 153 h 1704"/>
                <a:gd name="T18" fmla="*/ 211 w 1702"/>
                <a:gd name="T19" fmla="*/ 176 h 1704"/>
                <a:gd name="T20" fmla="*/ 195 w 1702"/>
                <a:gd name="T21" fmla="*/ 195 h 1704"/>
                <a:gd name="T22" fmla="*/ 176 w 1702"/>
                <a:gd name="T23" fmla="*/ 211 h 1704"/>
                <a:gd name="T24" fmla="*/ 153 w 1702"/>
                <a:gd name="T25" fmla="*/ 223 h 1704"/>
                <a:gd name="T26" fmla="*/ 128 w 1702"/>
                <a:gd name="T27" fmla="*/ 229 h 1704"/>
                <a:gd name="T28" fmla="*/ 101 w 1702"/>
                <a:gd name="T29" fmla="*/ 229 h 1704"/>
                <a:gd name="T30" fmla="*/ 76 w 1702"/>
                <a:gd name="T31" fmla="*/ 223 h 1704"/>
                <a:gd name="T32" fmla="*/ 53 w 1702"/>
                <a:gd name="T33" fmla="*/ 211 h 1704"/>
                <a:gd name="T34" fmla="*/ 34 w 1702"/>
                <a:gd name="T35" fmla="*/ 195 h 1704"/>
                <a:gd name="T36" fmla="*/ 18 w 1702"/>
                <a:gd name="T37" fmla="*/ 176 h 1704"/>
                <a:gd name="T38" fmla="*/ 7 w 1702"/>
                <a:gd name="T39" fmla="*/ 153 h 1704"/>
                <a:gd name="T40" fmla="*/ 0 w 1702"/>
                <a:gd name="T41" fmla="*/ 128 h 1704"/>
                <a:gd name="T42" fmla="*/ 0 w 1702"/>
                <a:gd name="T43" fmla="*/ 102 h 1704"/>
                <a:gd name="T44" fmla="*/ 7 w 1702"/>
                <a:gd name="T45" fmla="*/ 76 h 1704"/>
                <a:gd name="T46" fmla="*/ 18 w 1702"/>
                <a:gd name="T47" fmla="*/ 53 h 1704"/>
                <a:gd name="T48" fmla="*/ 34 w 1702"/>
                <a:gd name="T49" fmla="*/ 34 h 1704"/>
                <a:gd name="T50" fmla="*/ 53 w 1702"/>
                <a:gd name="T51" fmla="*/ 18 h 1704"/>
                <a:gd name="T52" fmla="*/ 76 w 1702"/>
                <a:gd name="T53" fmla="*/ 7 h 1704"/>
                <a:gd name="T54" fmla="*/ 101 w 1702"/>
                <a:gd name="T55" fmla="*/ 1 h 1704"/>
                <a:gd name="T56" fmla="*/ 114 w 1702"/>
                <a:gd name="T57" fmla="*/ 21 h 1704"/>
                <a:gd name="T58" fmla="*/ 137 w 1702"/>
                <a:gd name="T59" fmla="*/ 24 h 1704"/>
                <a:gd name="T60" fmla="*/ 158 w 1702"/>
                <a:gd name="T61" fmla="*/ 32 h 1704"/>
                <a:gd name="T62" fmla="*/ 177 w 1702"/>
                <a:gd name="T63" fmla="*/ 45 h 1704"/>
                <a:gd name="T64" fmla="*/ 191 w 1702"/>
                <a:gd name="T65" fmla="*/ 61 h 1704"/>
                <a:gd name="T66" fmla="*/ 202 w 1702"/>
                <a:gd name="T67" fmla="*/ 81 h 1704"/>
                <a:gd name="T68" fmla="*/ 207 w 1702"/>
                <a:gd name="T69" fmla="*/ 103 h 1704"/>
                <a:gd name="T70" fmla="*/ 207 w 1702"/>
                <a:gd name="T71" fmla="*/ 127 h 1704"/>
                <a:gd name="T72" fmla="*/ 202 w 1702"/>
                <a:gd name="T73" fmla="*/ 149 h 1704"/>
                <a:gd name="T74" fmla="*/ 191 w 1702"/>
                <a:gd name="T75" fmla="*/ 168 h 1704"/>
                <a:gd name="T76" fmla="*/ 177 w 1702"/>
                <a:gd name="T77" fmla="*/ 185 h 1704"/>
                <a:gd name="T78" fmla="*/ 158 w 1702"/>
                <a:gd name="T79" fmla="*/ 197 h 1704"/>
                <a:gd name="T80" fmla="*/ 137 w 1702"/>
                <a:gd name="T81" fmla="*/ 205 h 1704"/>
                <a:gd name="T82" fmla="*/ 114 w 1702"/>
                <a:gd name="T83" fmla="*/ 209 h 1704"/>
                <a:gd name="T84" fmla="*/ 91 w 1702"/>
                <a:gd name="T85" fmla="*/ 205 h 1704"/>
                <a:gd name="T86" fmla="*/ 70 w 1702"/>
                <a:gd name="T87" fmla="*/ 197 h 1704"/>
                <a:gd name="T88" fmla="*/ 52 w 1702"/>
                <a:gd name="T89" fmla="*/ 185 h 1704"/>
                <a:gd name="T90" fmla="*/ 37 w 1702"/>
                <a:gd name="T91" fmla="*/ 168 h 1704"/>
                <a:gd name="T92" fmla="*/ 27 w 1702"/>
                <a:gd name="T93" fmla="*/ 149 h 1704"/>
                <a:gd name="T94" fmla="*/ 21 w 1702"/>
                <a:gd name="T95" fmla="*/ 127 h 1704"/>
                <a:gd name="T96" fmla="*/ 21 w 1702"/>
                <a:gd name="T97" fmla="*/ 103 h 1704"/>
                <a:gd name="T98" fmla="*/ 27 w 1702"/>
                <a:gd name="T99" fmla="*/ 81 h 1704"/>
                <a:gd name="T100" fmla="*/ 37 w 1702"/>
                <a:gd name="T101" fmla="*/ 61 h 1704"/>
                <a:gd name="T102" fmla="*/ 52 w 1702"/>
                <a:gd name="T103" fmla="*/ 45 h 1704"/>
                <a:gd name="T104" fmla="*/ 70 w 1702"/>
                <a:gd name="T105" fmla="*/ 32 h 1704"/>
                <a:gd name="T106" fmla="*/ 91 w 1702"/>
                <a:gd name="T107" fmla="*/ 24 h 1704"/>
                <a:gd name="T108" fmla="*/ 114 w 1702"/>
                <a:gd name="T109" fmla="*/ 21 h 170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702"/>
                <a:gd name="T166" fmla="*/ 0 h 1704"/>
                <a:gd name="T167" fmla="*/ 1702 w 1702"/>
                <a:gd name="T168" fmla="*/ 1704 h 1704"/>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702" h="1704">
                  <a:moveTo>
                    <a:pt x="850" y="0"/>
                  </a:moveTo>
                  <a:lnTo>
                    <a:pt x="950" y="6"/>
                  </a:lnTo>
                  <a:lnTo>
                    <a:pt x="1046" y="24"/>
                  </a:lnTo>
                  <a:lnTo>
                    <a:pt x="1138" y="50"/>
                  </a:lnTo>
                  <a:lnTo>
                    <a:pt x="1224" y="88"/>
                  </a:lnTo>
                  <a:lnTo>
                    <a:pt x="1306" y="134"/>
                  </a:lnTo>
                  <a:lnTo>
                    <a:pt x="1382" y="188"/>
                  </a:lnTo>
                  <a:lnTo>
                    <a:pt x="1452" y="250"/>
                  </a:lnTo>
                  <a:lnTo>
                    <a:pt x="1514" y="320"/>
                  </a:lnTo>
                  <a:lnTo>
                    <a:pt x="1570" y="396"/>
                  </a:lnTo>
                  <a:lnTo>
                    <a:pt x="1616" y="478"/>
                  </a:lnTo>
                  <a:lnTo>
                    <a:pt x="1652" y="566"/>
                  </a:lnTo>
                  <a:lnTo>
                    <a:pt x="1680" y="658"/>
                  </a:lnTo>
                  <a:lnTo>
                    <a:pt x="1696" y="754"/>
                  </a:lnTo>
                  <a:lnTo>
                    <a:pt x="1702" y="852"/>
                  </a:lnTo>
                  <a:lnTo>
                    <a:pt x="1696" y="952"/>
                  </a:lnTo>
                  <a:lnTo>
                    <a:pt x="1680" y="1046"/>
                  </a:lnTo>
                  <a:lnTo>
                    <a:pt x="1652" y="1138"/>
                  </a:lnTo>
                  <a:lnTo>
                    <a:pt x="1616" y="1226"/>
                  </a:lnTo>
                  <a:lnTo>
                    <a:pt x="1570" y="1308"/>
                  </a:lnTo>
                  <a:lnTo>
                    <a:pt x="1514" y="1384"/>
                  </a:lnTo>
                  <a:lnTo>
                    <a:pt x="1452" y="1454"/>
                  </a:lnTo>
                  <a:lnTo>
                    <a:pt x="1382" y="1516"/>
                  </a:lnTo>
                  <a:lnTo>
                    <a:pt x="1306" y="1570"/>
                  </a:lnTo>
                  <a:lnTo>
                    <a:pt x="1224" y="1616"/>
                  </a:lnTo>
                  <a:lnTo>
                    <a:pt x="1138" y="1654"/>
                  </a:lnTo>
                  <a:lnTo>
                    <a:pt x="1046" y="1682"/>
                  </a:lnTo>
                  <a:lnTo>
                    <a:pt x="950" y="1698"/>
                  </a:lnTo>
                  <a:lnTo>
                    <a:pt x="850" y="1704"/>
                  </a:lnTo>
                  <a:lnTo>
                    <a:pt x="752" y="1698"/>
                  </a:lnTo>
                  <a:lnTo>
                    <a:pt x="656" y="1682"/>
                  </a:lnTo>
                  <a:lnTo>
                    <a:pt x="564" y="1654"/>
                  </a:lnTo>
                  <a:lnTo>
                    <a:pt x="476" y="1616"/>
                  </a:lnTo>
                  <a:lnTo>
                    <a:pt x="394" y="1570"/>
                  </a:lnTo>
                  <a:lnTo>
                    <a:pt x="318" y="1516"/>
                  </a:lnTo>
                  <a:lnTo>
                    <a:pt x="250" y="1454"/>
                  </a:lnTo>
                  <a:lnTo>
                    <a:pt x="186" y="1384"/>
                  </a:lnTo>
                  <a:lnTo>
                    <a:pt x="132" y="1308"/>
                  </a:lnTo>
                  <a:lnTo>
                    <a:pt x="86" y="1226"/>
                  </a:lnTo>
                  <a:lnTo>
                    <a:pt x="48" y="1138"/>
                  </a:lnTo>
                  <a:lnTo>
                    <a:pt x="22" y="1046"/>
                  </a:lnTo>
                  <a:lnTo>
                    <a:pt x="4" y="952"/>
                  </a:lnTo>
                  <a:lnTo>
                    <a:pt x="0" y="852"/>
                  </a:lnTo>
                  <a:lnTo>
                    <a:pt x="4" y="754"/>
                  </a:lnTo>
                  <a:lnTo>
                    <a:pt x="22" y="658"/>
                  </a:lnTo>
                  <a:lnTo>
                    <a:pt x="48" y="566"/>
                  </a:lnTo>
                  <a:lnTo>
                    <a:pt x="86" y="478"/>
                  </a:lnTo>
                  <a:lnTo>
                    <a:pt x="132" y="396"/>
                  </a:lnTo>
                  <a:lnTo>
                    <a:pt x="186" y="320"/>
                  </a:lnTo>
                  <a:lnTo>
                    <a:pt x="250" y="250"/>
                  </a:lnTo>
                  <a:lnTo>
                    <a:pt x="318" y="188"/>
                  </a:lnTo>
                  <a:lnTo>
                    <a:pt x="394" y="134"/>
                  </a:lnTo>
                  <a:lnTo>
                    <a:pt x="476" y="88"/>
                  </a:lnTo>
                  <a:lnTo>
                    <a:pt x="564" y="50"/>
                  </a:lnTo>
                  <a:lnTo>
                    <a:pt x="656" y="24"/>
                  </a:lnTo>
                  <a:lnTo>
                    <a:pt x="752" y="6"/>
                  </a:lnTo>
                  <a:lnTo>
                    <a:pt x="850" y="0"/>
                  </a:lnTo>
                  <a:close/>
                  <a:moveTo>
                    <a:pt x="850" y="154"/>
                  </a:moveTo>
                  <a:lnTo>
                    <a:pt x="938" y="160"/>
                  </a:lnTo>
                  <a:lnTo>
                    <a:pt x="1022" y="176"/>
                  </a:lnTo>
                  <a:lnTo>
                    <a:pt x="1102" y="202"/>
                  </a:lnTo>
                  <a:lnTo>
                    <a:pt x="1178" y="236"/>
                  </a:lnTo>
                  <a:lnTo>
                    <a:pt x="1248" y="280"/>
                  </a:lnTo>
                  <a:lnTo>
                    <a:pt x="1314" y="332"/>
                  </a:lnTo>
                  <a:lnTo>
                    <a:pt x="1372" y="390"/>
                  </a:lnTo>
                  <a:lnTo>
                    <a:pt x="1422" y="454"/>
                  </a:lnTo>
                  <a:lnTo>
                    <a:pt x="1466" y="524"/>
                  </a:lnTo>
                  <a:lnTo>
                    <a:pt x="1500" y="600"/>
                  </a:lnTo>
                  <a:lnTo>
                    <a:pt x="1526" y="680"/>
                  </a:lnTo>
                  <a:lnTo>
                    <a:pt x="1542" y="764"/>
                  </a:lnTo>
                  <a:lnTo>
                    <a:pt x="1548" y="852"/>
                  </a:lnTo>
                  <a:lnTo>
                    <a:pt x="1542" y="940"/>
                  </a:lnTo>
                  <a:lnTo>
                    <a:pt x="1526" y="1024"/>
                  </a:lnTo>
                  <a:lnTo>
                    <a:pt x="1500" y="1104"/>
                  </a:lnTo>
                  <a:lnTo>
                    <a:pt x="1466" y="1180"/>
                  </a:lnTo>
                  <a:lnTo>
                    <a:pt x="1422" y="1250"/>
                  </a:lnTo>
                  <a:lnTo>
                    <a:pt x="1372" y="1314"/>
                  </a:lnTo>
                  <a:lnTo>
                    <a:pt x="1314" y="1374"/>
                  </a:lnTo>
                  <a:lnTo>
                    <a:pt x="1248" y="1424"/>
                  </a:lnTo>
                  <a:lnTo>
                    <a:pt x="1178" y="1468"/>
                  </a:lnTo>
                  <a:lnTo>
                    <a:pt x="1102" y="1502"/>
                  </a:lnTo>
                  <a:lnTo>
                    <a:pt x="1022" y="1528"/>
                  </a:lnTo>
                  <a:lnTo>
                    <a:pt x="938" y="1544"/>
                  </a:lnTo>
                  <a:lnTo>
                    <a:pt x="850" y="1550"/>
                  </a:lnTo>
                  <a:lnTo>
                    <a:pt x="764" y="1544"/>
                  </a:lnTo>
                  <a:lnTo>
                    <a:pt x="680" y="1528"/>
                  </a:lnTo>
                  <a:lnTo>
                    <a:pt x="600" y="1502"/>
                  </a:lnTo>
                  <a:lnTo>
                    <a:pt x="524" y="1468"/>
                  </a:lnTo>
                  <a:lnTo>
                    <a:pt x="452" y="1424"/>
                  </a:lnTo>
                  <a:lnTo>
                    <a:pt x="388" y="1374"/>
                  </a:lnTo>
                  <a:lnTo>
                    <a:pt x="330" y="1314"/>
                  </a:lnTo>
                  <a:lnTo>
                    <a:pt x="278" y="1250"/>
                  </a:lnTo>
                  <a:lnTo>
                    <a:pt x="236" y="1180"/>
                  </a:lnTo>
                  <a:lnTo>
                    <a:pt x="200" y="1104"/>
                  </a:lnTo>
                  <a:lnTo>
                    <a:pt x="174" y="1024"/>
                  </a:lnTo>
                  <a:lnTo>
                    <a:pt x="158" y="940"/>
                  </a:lnTo>
                  <a:lnTo>
                    <a:pt x="154" y="852"/>
                  </a:lnTo>
                  <a:lnTo>
                    <a:pt x="158" y="764"/>
                  </a:lnTo>
                  <a:lnTo>
                    <a:pt x="174" y="680"/>
                  </a:lnTo>
                  <a:lnTo>
                    <a:pt x="200" y="600"/>
                  </a:lnTo>
                  <a:lnTo>
                    <a:pt x="236" y="524"/>
                  </a:lnTo>
                  <a:lnTo>
                    <a:pt x="278" y="454"/>
                  </a:lnTo>
                  <a:lnTo>
                    <a:pt x="330" y="390"/>
                  </a:lnTo>
                  <a:lnTo>
                    <a:pt x="388" y="332"/>
                  </a:lnTo>
                  <a:lnTo>
                    <a:pt x="452" y="280"/>
                  </a:lnTo>
                  <a:lnTo>
                    <a:pt x="524" y="236"/>
                  </a:lnTo>
                  <a:lnTo>
                    <a:pt x="600" y="202"/>
                  </a:lnTo>
                  <a:lnTo>
                    <a:pt x="680" y="176"/>
                  </a:lnTo>
                  <a:lnTo>
                    <a:pt x="764" y="160"/>
                  </a:lnTo>
                  <a:lnTo>
                    <a:pt x="850" y="154"/>
                  </a:lnTo>
                  <a:close/>
                </a:path>
              </a:pathLst>
            </a:custGeom>
            <a:solidFill>
              <a:srgbClr val="99CCFF"/>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TW" altLang="en-US"/>
            </a:p>
          </p:txBody>
        </p:sp>
        <p:sp>
          <p:nvSpPr>
            <p:cNvPr id="15373" name="Freeform 5"/>
            <p:cNvSpPr>
              <a:spLocks/>
            </p:cNvSpPr>
            <p:nvPr/>
          </p:nvSpPr>
          <p:spPr bwMode="auto">
            <a:xfrm>
              <a:off x="476" y="2251"/>
              <a:ext cx="393" cy="365"/>
            </a:xfrm>
            <a:custGeom>
              <a:avLst/>
              <a:gdLst>
                <a:gd name="T0" fmla="*/ 0 w 1192"/>
                <a:gd name="T1" fmla="*/ 49 h 1108"/>
                <a:gd name="T2" fmla="*/ 98 w 1192"/>
                <a:gd name="T3" fmla="*/ 49 h 1108"/>
                <a:gd name="T4" fmla="*/ 60 w 1192"/>
                <a:gd name="T5" fmla="*/ 0 h 1108"/>
                <a:gd name="T6" fmla="*/ 85 w 1192"/>
                <a:gd name="T7" fmla="*/ 0 h 1108"/>
                <a:gd name="T8" fmla="*/ 130 w 1192"/>
                <a:gd name="T9" fmla="*/ 60 h 1108"/>
                <a:gd name="T10" fmla="*/ 85 w 1192"/>
                <a:gd name="T11" fmla="*/ 120 h 1108"/>
                <a:gd name="T12" fmla="*/ 61 w 1192"/>
                <a:gd name="T13" fmla="*/ 120 h 1108"/>
                <a:gd name="T14" fmla="*/ 99 w 1192"/>
                <a:gd name="T15" fmla="*/ 71 h 1108"/>
                <a:gd name="T16" fmla="*/ 0 w 1192"/>
                <a:gd name="T17" fmla="*/ 71 h 1108"/>
                <a:gd name="T18" fmla="*/ 0 w 1192"/>
                <a:gd name="T19" fmla="*/ 49 h 110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92"/>
                <a:gd name="T31" fmla="*/ 0 h 1108"/>
                <a:gd name="T32" fmla="*/ 1192 w 1192"/>
                <a:gd name="T33" fmla="*/ 1108 h 110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92" h="1108">
                  <a:moveTo>
                    <a:pt x="0" y="454"/>
                  </a:moveTo>
                  <a:lnTo>
                    <a:pt x="902" y="454"/>
                  </a:lnTo>
                  <a:lnTo>
                    <a:pt x="554" y="0"/>
                  </a:lnTo>
                  <a:lnTo>
                    <a:pt x="784" y="0"/>
                  </a:lnTo>
                  <a:lnTo>
                    <a:pt x="1192" y="554"/>
                  </a:lnTo>
                  <a:lnTo>
                    <a:pt x="784" y="1108"/>
                  </a:lnTo>
                  <a:lnTo>
                    <a:pt x="560" y="1108"/>
                  </a:lnTo>
                  <a:lnTo>
                    <a:pt x="908" y="654"/>
                  </a:lnTo>
                  <a:lnTo>
                    <a:pt x="0" y="654"/>
                  </a:lnTo>
                  <a:lnTo>
                    <a:pt x="0" y="454"/>
                  </a:lnTo>
                  <a:close/>
                </a:path>
              </a:pathLst>
            </a:custGeom>
            <a:solidFill>
              <a:srgbClr val="006699"/>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TW" altLang="en-US"/>
            </a:p>
          </p:txBody>
        </p:sp>
      </p:grpSp>
      <p:sp>
        <p:nvSpPr>
          <p:cNvPr id="15364" name="Text Box 9"/>
          <p:cNvSpPr txBox="1">
            <a:spLocks noChangeArrowheads="1"/>
          </p:cNvSpPr>
          <p:nvPr/>
        </p:nvSpPr>
        <p:spPr bwMode="auto">
          <a:xfrm>
            <a:off x="811213" y="1039813"/>
            <a:ext cx="7488237" cy="3465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a:spcBef>
                <a:spcPct val="20000"/>
              </a:spcBef>
              <a:buClr>
                <a:srgbClr val="996633"/>
              </a:buClr>
              <a:buSzPct val="80000"/>
              <a:buFont typeface="Arial" panose="020B0604020202020204" pitchFamily="34" charset="0"/>
              <a:buChar char="►"/>
              <a:defRPr kumimoji="1" sz="2700">
                <a:solidFill>
                  <a:schemeClr val="tx1"/>
                </a:solidFill>
                <a:latin typeface="Times New Roman" panose="02020603050405020304" pitchFamily="18" charset="0"/>
                <a:ea typeface="新細明體" panose="02020500000000000000" pitchFamily="18" charset="-120"/>
              </a:defRPr>
            </a:lvl1pPr>
            <a:lvl2pPr marL="742950" indent="-285750" algn="just">
              <a:spcBef>
                <a:spcPct val="20000"/>
              </a:spcBef>
              <a:buClr>
                <a:srgbClr val="008080"/>
              </a:buClr>
              <a:buSzPct val="80000"/>
              <a:buFont typeface="Arial" panose="020B0604020202020204" pitchFamily="34" charset="0"/>
              <a:buChar char="►"/>
              <a:defRPr kumimoji="1" sz="2700">
                <a:solidFill>
                  <a:schemeClr val="tx1"/>
                </a:solidFill>
                <a:latin typeface="Times New Roman" panose="02020603050405020304" pitchFamily="18" charset="0"/>
                <a:ea typeface="新細明體" panose="02020500000000000000" pitchFamily="18" charset="-120"/>
              </a:defRPr>
            </a:lvl2pPr>
            <a:lvl3pPr marL="1143000" indent="-228600" algn="just">
              <a:spcBef>
                <a:spcPct val="20000"/>
              </a:spcBef>
              <a:buChar char="•"/>
              <a:defRPr kumimoji="1" sz="2700">
                <a:solidFill>
                  <a:schemeClr val="tx1"/>
                </a:solidFill>
                <a:latin typeface="Times New Roman" panose="02020603050405020304" pitchFamily="18" charset="0"/>
                <a:ea typeface="新細明體" panose="02020500000000000000" pitchFamily="18" charset="-120"/>
              </a:defRPr>
            </a:lvl3pPr>
            <a:lvl4pPr marL="1600200" indent="-228600" algn="just">
              <a:spcBef>
                <a:spcPct val="20000"/>
              </a:spcBef>
              <a:buChar char="–"/>
              <a:defRPr kumimoji="1" sz="2700">
                <a:solidFill>
                  <a:schemeClr val="tx1"/>
                </a:solidFill>
                <a:latin typeface="Times New Roman" panose="02020603050405020304" pitchFamily="18" charset="0"/>
                <a:ea typeface="新細明體" panose="02020500000000000000" pitchFamily="18" charset="-120"/>
              </a:defRPr>
            </a:lvl4pPr>
            <a:lvl5pPr marL="2057400" indent="-228600" algn="just">
              <a:spcBef>
                <a:spcPct val="20000"/>
              </a:spcBef>
              <a:buChar char="»"/>
              <a:defRPr kumimoji="1" sz="2700">
                <a:solidFill>
                  <a:schemeClr val="tx1"/>
                </a:solidFill>
                <a:latin typeface="Times New Roman" panose="02020603050405020304" pitchFamily="18" charset="0"/>
                <a:ea typeface="新細明體" panose="02020500000000000000" pitchFamily="18" charset="-120"/>
              </a:defRPr>
            </a:lvl5pPr>
            <a:lvl6pPr marL="2514600" indent="-228600" algn="just" eaLnBrk="0" fontAlgn="base" hangingPunct="0">
              <a:spcBef>
                <a:spcPct val="20000"/>
              </a:spcBef>
              <a:spcAft>
                <a:spcPct val="0"/>
              </a:spcAft>
              <a:buChar char="»"/>
              <a:defRPr kumimoji="1" sz="2700">
                <a:solidFill>
                  <a:schemeClr val="tx1"/>
                </a:solidFill>
                <a:latin typeface="Times New Roman" panose="02020603050405020304" pitchFamily="18" charset="0"/>
                <a:ea typeface="新細明體" panose="02020500000000000000" pitchFamily="18" charset="-120"/>
              </a:defRPr>
            </a:lvl6pPr>
            <a:lvl7pPr marL="2971800" indent="-228600" algn="just" eaLnBrk="0" fontAlgn="base" hangingPunct="0">
              <a:spcBef>
                <a:spcPct val="20000"/>
              </a:spcBef>
              <a:spcAft>
                <a:spcPct val="0"/>
              </a:spcAft>
              <a:buChar char="»"/>
              <a:defRPr kumimoji="1" sz="2700">
                <a:solidFill>
                  <a:schemeClr val="tx1"/>
                </a:solidFill>
                <a:latin typeface="Times New Roman" panose="02020603050405020304" pitchFamily="18" charset="0"/>
                <a:ea typeface="新細明體" panose="02020500000000000000" pitchFamily="18" charset="-120"/>
              </a:defRPr>
            </a:lvl7pPr>
            <a:lvl8pPr marL="3429000" indent="-228600" algn="just" eaLnBrk="0" fontAlgn="base" hangingPunct="0">
              <a:spcBef>
                <a:spcPct val="20000"/>
              </a:spcBef>
              <a:spcAft>
                <a:spcPct val="0"/>
              </a:spcAft>
              <a:buChar char="»"/>
              <a:defRPr kumimoji="1" sz="2700">
                <a:solidFill>
                  <a:schemeClr val="tx1"/>
                </a:solidFill>
                <a:latin typeface="Times New Roman" panose="02020603050405020304" pitchFamily="18" charset="0"/>
                <a:ea typeface="新細明體" panose="02020500000000000000" pitchFamily="18" charset="-120"/>
              </a:defRPr>
            </a:lvl8pPr>
            <a:lvl9pPr marL="3886200" indent="-228600" algn="just" eaLnBrk="0" fontAlgn="base" hangingPunct="0">
              <a:spcBef>
                <a:spcPct val="20000"/>
              </a:spcBef>
              <a:spcAft>
                <a:spcPct val="0"/>
              </a:spcAft>
              <a:buChar char="»"/>
              <a:defRPr kumimoji="1" sz="2700">
                <a:solidFill>
                  <a:schemeClr val="tx1"/>
                </a:solidFill>
                <a:latin typeface="Times New Roman" panose="02020603050405020304" pitchFamily="18" charset="0"/>
                <a:ea typeface="新細明體" panose="02020500000000000000" pitchFamily="18" charset="-120"/>
              </a:defRPr>
            </a:lvl9pPr>
          </a:lstStyle>
          <a:p>
            <a:pPr algn="l" eaLnBrk="1" latinLnBrk="1" hangingPunct="1">
              <a:spcBef>
                <a:spcPct val="50000"/>
              </a:spcBef>
              <a:buClrTx/>
              <a:buSzTx/>
              <a:buFontTx/>
              <a:buNone/>
            </a:pPr>
            <a:r>
              <a:rPr lang="zh-TW" altLang="en-US" sz="2600" dirty="0">
                <a:latin typeface="新細明體" panose="02020500000000000000" pitchFamily="18" charset="-120"/>
              </a:rPr>
              <a:t>任一樣本空間可以不同的標準化分成不同類型的子空間組合，例如：依事件</a:t>
            </a:r>
            <a:r>
              <a:rPr lang="en-US" altLang="zh-TW" sz="2600" i="1" dirty="0"/>
              <a:t>A</a:t>
            </a:r>
            <a:r>
              <a:rPr lang="zh-TW" altLang="en-US" sz="2600" dirty="0">
                <a:latin typeface="新細明體" panose="02020500000000000000" pitchFamily="18" charset="-120"/>
              </a:rPr>
              <a:t>來做劃分，則樣本空間可分成</a:t>
            </a:r>
            <a:r>
              <a:rPr lang="en-US" altLang="zh-TW" sz="2600" i="1" dirty="0"/>
              <a:t>A</a:t>
            </a:r>
            <a:r>
              <a:rPr lang="zh-TW" altLang="en-US" sz="2600" dirty="0">
                <a:latin typeface="新細明體" panose="02020500000000000000" pitchFamily="18" charset="-120"/>
              </a:rPr>
              <a:t>和</a:t>
            </a:r>
            <a:r>
              <a:rPr lang="en-US" altLang="zh-TW" sz="2600" i="1" dirty="0"/>
              <a:t>A</a:t>
            </a:r>
            <a:r>
              <a:rPr lang="zh-TW" altLang="en-US" sz="2600" dirty="0">
                <a:latin typeface="新細明體" panose="02020500000000000000" pitchFamily="18" charset="-120"/>
              </a:rPr>
              <a:t>的補集合</a:t>
            </a:r>
            <a:r>
              <a:rPr lang="en-US" altLang="zh-TW" sz="2600" i="1" dirty="0"/>
              <a:t>Ā</a:t>
            </a:r>
            <a:r>
              <a:rPr lang="en-US" altLang="zh-TW" sz="2600" b="1" i="1" dirty="0">
                <a:latin typeface="Verdana" panose="020B0604030504040204" pitchFamily="34" charset="0"/>
              </a:rPr>
              <a:t> </a:t>
            </a:r>
            <a:r>
              <a:rPr lang="zh-TW" altLang="en-US" sz="2600" dirty="0">
                <a:latin typeface="新細明體" panose="02020500000000000000" pitchFamily="18" charset="-120"/>
              </a:rPr>
              <a:t>兩個子空間，且</a:t>
            </a:r>
            <a:r>
              <a:rPr lang="en-US" altLang="zh-TW" sz="2600" i="1" dirty="0"/>
              <a:t>A</a:t>
            </a:r>
            <a:r>
              <a:rPr lang="zh-TW" altLang="en-US" sz="2600" dirty="0">
                <a:latin typeface="新細明體" panose="02020500000000000000" pitchFamily="18" charset="-120"/>
              </a:rPr>
              <a:t>與</a:t>
            </a:r>
            <a:r>
              <a:rPr lang="en-US" altLang="zh-TW" sz="2600" i="1" dirty="0">
                <a:ea typeface="華康儷粗圓(P)" pitchFamily="34" charset="-120"/>
              </a:rPr>
              <a:t>Ā</a:t>
            </a:r>
            <a:r>
              <a:rPr lang="en-US" altLang="zh-TW" sz="2600" i="1" dirty="0"/>
              <a:t> </a:t>
            </a:r>
            <a:r>
              <a:rPr lang="zh-TW" altLang="en-US" sz="2600" dirty="0">
                <a:latin typeface="新細明體" panose="02020500000000000000" pitchFamily="18" charset="-120"/>
              </a:rPr>
              <a:t>為互斥，因此對另一事件</a:t>
            </a:r>
            <a:r>
              <a:rPr lang="en-US" altLang="zh-TW" sz="2600" i="1" dirty="0"/>
              <a:t>B </a:t>
            </a:r>
            <a:r>
              <a:rPr lang="zh-TW" altLang="en-US" sz="2600" dirty="0">
                <a:latin typeface="新細明體" panose="02020500000000000000" pitchFamily="18" charset="-120"/>
              </a:rPr>
              <a:t>而言，其發生可能來自子</a:t>
            </a:r>
            <a:r>
              <a:rPr lang="en-US" altLang="zh-TW" sz="2600" i="1" dirty="0"/>
              <a:t>A</a:t>
            </a:r>
            <a:r>
              <a:rPr lang="zh-TW" altLang="en-US" sz="2600" dirty="0">
                <a:latin typeface="新細明體" panose="02020500000000000000" pitchFamily="18" charset="-120"/>
              </a:rPr>
              <a:t>空間之樣本與</a:t>
            </a:r>
            <a:r>
              <a:rPr lang="en-US" altLang="zh-TW" sz="2600" i="1" dirty="0">
                <a:ea typeface="華康儷粗圓(P)" pitchFamily="34" charset="-120"/>
              </a:rPr>
              <a:t>Ā</a:t>
            </a:r>
            <a:r>
              <a:rPr lang="en-US" altLang="zh-TW" sz="2600" i="1" dirty="0"/>
              <a:t> </a:t>
            </a:r>
            <a:r>
              <a:rPr lang="zh-TW" altLang="en-US" sz="2600" dirty="0">
                <a:latin typeface="新細明體" panose="02020500000000000000" pitchFamily="18" charset="-120"/>
              </a:rPr>
              <a:t>子空間之樣本所組合而成，故事件</a:t>
            </a:r>
            <a:r>
              <a:rPr lang="en-US" altLang="zh-TW" sz="2600" i="1" dirty="0"/>
              <a:t>B </a:t>
            </a:r>
            <a:r>
              <a:rPr lang="zh-TW" altLang="en-US" sz="2600" dirty="0">
                <a:latin typeface="新細明體" panose="02020500000000000000" pitchFamily="18" charset="-120"/>
              </a:rPr>
              <a:t>可以寫成：</a:t>
            </a:r>
          </a:p>
          <a:p>
            <a:pPr algn="l" eaLnBrk="1" latinLnBrk="1" hangingPunct="1">
              <a:spcBef>
                <a:spcPct val="50000"/>
              </a:spcBef>
              <a:buClrTx/>
              <a:buSzTx/>
              <a:buFontTx/>
              <a:buNone/>
            </a:pPr>
            <a:r>
              <a:rPr lang="zh-TW" altLang="en-US" sz="2600" dirty="0">
                <a:latin typeface="新細明體" panose="02020500000000000000" pitchFamily="18" charset="-120"/>
              </a:rPr>
              <a:t>且            與             為二互斥集合，其文氏圖形如圖</a:t>
            </a:r>
            <a:r>
              <a:rPr lang="en-US" altLang="zh-TW" sz="2600" dirty="0">
                <a:latin typeface="新細明體" panose="02020500000000000000" pitchFamily="18" charset="-120"/>
              </a:rPr>
              <a:t>6.3</a:t>
            </a:r>
            <a:r>
              <a:rPr lang="zh-TW" altLang="en-US" sz="2600" dirty="0">
                <a:latin typeface="新細明體" panose="02020500000000000000" pitchFamily="18" charset="-120"/>
              </a:rPr>
              <a:t>所示。</a:t>
            </a:r>
          </a:p>
        </p:txBody>
      </p:sp>
      <p:pic>
        <p:nvPicPr>
          <p:cNvPr id="15365" name="Picture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97175" y="3078163"/>
            <a:ext cx="3027363" cy="42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6"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95575" y="3670300"/>
            <a:ext cx="8985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7" name="Picture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43013" y="3708400"/>
            <a:ext cx="8985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8" name="Picture 1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1475" y="4484688"/>
            <a:ext cx="2501900" cy="168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9" name="Text Box 15"/>
          <p:cNvSpPr txBox="1">
            <a:spLocks noChangeArrowheads="1"/>
          </p:cNvSpPr>
          <p:nvPr/>
        </p:nvSpPr>
        <p:spPr bwMode="auto">
          <a:xfrm>
            <a:off x="2857500" y="5867400"/>
            <a:ext cx="28702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a:spcBef>
                <a:spcPct val="20000"/>
              </a:spcBef>
              <a:buClr>
                <a:srgbClr val="996633"/>
              </a:buClr>
              <a:buSzPct val="80000"/>
              <a:buFont typeface="Arial" panose="020B0604020202020204" pitchFamily="34" charset="0"/>
              <a:buChar char="►"/>
              <a:defRPr kumimoji="1" sz="2700">
                <a:solidFill>
                  <a:schemeClr val="tx1"/>
                </a:solidFill>
                <a:latin typeface="Times New Roman" panose="02020603050405020304" pitchFamily="18" charset="0"/>
                <a:ea typeface="新細明體" panose="02020500000000000000" pitchFamily="18" charset="-120"/>
              </a:defRPr>
            </a:lvl1pPr>
            <a:lvl2pPr marL="742950" indent="-285750" algn="just">
              <a:spcBef>
                <a:spcPct val="20000"/>
              </a:spcBef>
              <a:buClr>
                <a:srgbClr val="008080"/>
              </a:buClr>
              <a:buSzPct val="80000"/>
              <a:buFont typeface="Arial" panose="020B0604020202020204" pitchFamily="34" charset="0"/>
              <a:buChar char="►"/>
              <a:defRPr kumimoji="1" sz="2700">
                <a:solidFill>
                  <a:schemeClr val="tx1"/>
                </a:solidFill>
                <a:latin typeface="Times New Roman" panose="02020603050405020304" pitchFamily="18" charset="0"/>
                <a:ea typeface="新細明體" panose="02020500000000000000" pitchFamily="18" charset="-120"/>
              </a:defRPr>
            </a:lvl2pPr>
            <a:lvl3pPr marL="1143000" indent="-228600" algn="just">
              <a:spcBef>
                <a:spcPct val="20000"/>
              </a:spcBef>
              <a:buChar char="•"/>
              <a:defRPr kumimoji="1" sz="2700">
                <a:solidFill>
                  <a:schemeClr val="tx1"/>
                </a:solidFill>
                <a:latin typeface="Times New Roman" panose="02020603050405020304" pitchFamily="18" charset="0"/>
                <a:ea typeface="新細明體" panose="02020500000000000000" pitchFamily="18" charset="-120"/>
              </a:defRPr>
            </a:lvl3pPr>
            <a:lvl4pPr marL="1600200" indent="-228600" algn="just">
              <a:spcBef>
                <a:spcPct val="20000"/>
              </a:spcBef>
              <a:buChar char="–"/>
              <a:defRPr kumimoji="1" sz="2700">
                <a:solidFill>
                  <a:schemeClr val="tx1"/>
                </a:solidFill>
                <a:latin typeface="Times New Roman" panose="02020603050405020304" pitchFamily="18" charset="0"/>
                <a:ea typeface="新細明體" panose="02020500000000000000" pitchFamily="18" charset="-120"/>
              </a:defRPr>
            </a:lvl4pPr>
            <a:lvl5pPr marL="2057400" indent="-228600" algn="just">
              <a:spcBef>
                <a:spcPct val="20000"/>
              </a:spcBef>
              <a:buChar char="»"/>
              <a:defRPr kumimoji="1" sz="2700">
                <a:solidFill>
                  <a:schemeClr val="tx1"/>
                </a:solidFill>
                <a:latin typeface="Times New Roman" panose="02020603050405020304" pitchFamily="18" charset="0"/>
                <a:ea typeface="新細明體" panose="02020500000000000000" pitchFamily="18" charset="-120"/>
              </a:defRPr>
            </a:lvl5pPr>
            <a:lvl6pPr marL="2514600" indent="-228600" algn="just" eaLnBrk="0" fontAlgn="base" hangingPunct="0">
              <a:spcBef>
                <a:spcPct val="20000"/>
              </a:spcBef>
              <a:spcAft>
                <a:spcPct val="0"/>
              </a:spcAft>
              <a:buChar char="»"/>
              <a:defRPr kumimoji="1" sz="2700">
                <a:solidFill>
                  <a:schemeClr val="tx1"/>
                </a:solidFill>
                <a:latin typeface="Times New Roman" panose="02020603050405020304" pitchFamily="18" charset="0"/>
                <a:ea typeface="新細明體" panose="02020500000000000000" pitchFamily="18" charset="-120"/>
              </a:defRPr>
            </a:lvl6pPr>
            <a:lvl7pPr marL="2971800" indent="-228600" algn="just" eaLnBrk="0" fontAlgn="base" hangingPunct="0">
              <a:spcBef>
                <a:spcPct val="20000"/>
              </a:spcBef>
              <a:spcAft>
                <a:spcPct val="0"/>
              </a:spcAft>
              <a:buChar char="»"/>
              <a:defRPr kumimoji="1" sz="2700">
                <a:solidFill>
                  <a:schemeClr val="tx1"/>
                </a:solidFill>
                <a:latin typeface="Times New Roman" panose="02020603050405020304" pitchFamily="18" charset="0"/>
                <a:ea typeface="新細明體" panose="02020500000000000000" pitchFamily="18" charset="-120"/>
              </a:defRPr>
            </a:lvl7pPr>
            <a:lvl8pPr marL="3429000" indent="-228600" algn="just" eaLnBrk="0" fontAlgn="base" hangingPunct="0">
              <a:spcBef>
                <a:spcPct val="20000"/>
              </a:spcBef>
              <a:spcAft>
                <a:spcPct val="0"/>
              </a:spcAft>
              <a:buChar char="»"/>
              <a:defRPr kumimoji="1" sz="2700">
                <a:solidFill>
                  <a:schemeClr val="tx1"/>
                </a:solidFill>
                <a:latin typeface="Times New Roman" panose="02020603050405020304" pitchFamily="18" charset="0"/>
                <a:ea typeface="新細明體" panose="02020500000000000000" pitchFamily="18" charset="-120"/>
              </a:defRPr>
            </a:lvl8pPr>
            <a:lvl9pPr marL="3886200" indent="-228600" algn="just" eaLnBrk="0" fontAlgn="base" hangingPunct="0">
              <a:spcBef>
                <a:spcPct val="20000"/>
              </a:spcBef>
              <a:spcAft>
                <a:spcPct val="0"/>
              </a:spcAft>
              <a:buChar char="»"/>
              <a:defRPr kumimoji="1" sz="2700">
                <a:solidFill>
                  <a:schemeClr val="tx1"/>
                </a:solidFill>
                <a:latin typeface="Times New Roman" panose="02020603050405020304" pitchFamily="18" charset="0"/>
                <a:ea typeface="新細明體" panose="02020500000000000000" pitchFamily="18" charset="-120"/>
              </a:defRPr>
            </a:lvl9pPr>
          </a:lstStyle>
          <a:p>
            <a:pPr algn="l" eaLnBrk="1" hangingPunct="1">
              <a:spcBef>
                <a:spcPct val="50000"/>
              </a:spcBef>
              <a:buClrTx/>
              <a:buSzTx/>
              <a:buFontTx/>
              <a:buNone/>
            </a:pPr>
            <a:r>
              <a:rPr lang="zh-TW" altLang="en-US" sz="1200">
                <a:latin typeface="新細明體" panose="02020500000000000000" pitchFamily="18" charset="-120"/>
              </a:rPr>
              <a:t>圖</a:t>
            </a:r>
            <a:r>
              <a:rPr lang="en-US" altLang="zh-TW" sz="1200">
                <a:latin typeface="新細明體" panose="02020500000000000000" pitchFamily="18" charset="-120"/>
              </a:rPr>
              <a:t>6.3</a:t>
            </a:r>
            <a:r>
              <a:rPr lang="zh-TW" altLang="en-US" sz="1200">
                <a:latin typeface="新細明體" panose="02020500000000000000" pitchFamily="18" charset="-120"/>
              </a:rPr>
              <a:t>　 事件</a:t>
            </a:r>
            <a:r>
              <a:rPr lang="en-US" altLang="zh-TW" sz="1200">
                <a:latin typeface="新細明體" panose="02020500000000000000" pitchFamily="18" charset="-120"/>
              </a:rPr>
              <a:t>B</a:t>
            </a:r>
            <a:r>
              <a:rPr lang="zh-TW" altLang="en-US" sz="1200">
                <a:latin typeface="新細明體" panose="02020500000000000000" pitchFamily="18" charset="-120"/>
              </a:rPr>
              <a:t>對是</a:t>
            </a:r>
            <a:r>
              <a:rPr lang="en-US" altLang="zh-TW" sz="1200">
                <a:latin typeface="新細明體" panose="02020500000000000000" pitchFamily="18" charset="-120"/>
              </a:rPr>
              <a:t>A</a:t>
            </a:r>
            <a:r>
              <a:rPr lang="zh-TW" altLang="en-US" sz="1200">
                <a:latin typeface="新細明體" panose="02020500000000000000" pitchFamily="18" charset="-120"/>
              </a:rPr>
              <a:t>之分割文氏圖</a:t>
            </a:r>
          </a:p>
        </p:txBody>
      </p:sp>
      <p:sp>
        <p:nvSpPr>
          <p:cNvPr id="15370" name="Text Box 16"/>
          <p:cNvSpPr txBox="1">
            <a:spLocks noChangeArrowheads="1"/>
          </p:cNvSpPr>
          <p:nvPr/>
        </p:nvSpPr>
        <p:spPr bwMode="auto">
          <a:xfrm>
            <a:off x="3833813" y="4576763"/>
            <a:ext cx="38877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a:spcBef>
                <a:spcPct val="20000"/>
              </a:spcBef>
              <a:buClr>
                <a:srgbClr val="996633"/>
              </a:buClr>
              <a:buSzPct val="80000"/>
              <a:buFont typeface="Arial" panose="020B0604020202020204" pitchFamily="34" charset="0"/>
              <a:buChar char="►"/>
              <a:defRPr kumimoji="1" sz="2700">
                <a:solidFill>
                  <a:schemeClr val="tx1"/>
                </a:solidFill>
                <a:latin typeface="Times New Roman" panose="02020603050405020304" pitchFamily="18" charset="0"/>
                <a:ea typeface="新細明體" panose="02020500000000000000" pitchFamily="18" charset="-120"/>
              </a:defRPr>
            </a:lvl1pPr>
            <a:lvl2pPr marL="742950" indent="-285750" algn="just">
              <a:spcBef>
                <a:spcPct val="20000"/>
              </a:spcBef>
              <a:buClr>
                <a:srgbClr val="008080"/>
              </a:buClr>
              <a:buSzPct val="80000"/>
              <a:buFont typeface="Arial" panose="020B0604020202020204" pitchFamily="34" charset="0"/>
              <a:buChar char="►"/>
              <a:defRPr kumimoji="1" sz="2700">
                <a:solidFill>
                  <a:schemeClr val="tx1"/>
                </a:solidFill>
                <a:latin typeface="Times New Roman" panose="02020603050405020304" pitchFamily="18" charset="0"/>
                <a:ea typeface="新細明體" panose="02020500000000000000" pitchFamily="18" charset="-120"/>
              </a:defRPr>
            </a:lvl2pPr>
            <a:lvl3pPr marL="1143000" indent="-228600" algn="just">
              <a:spcBef>
                <a:spcPct val="20000"/>
              </a:spcBef>
              <a:buChar char="•"/>
              <a:defRPr kumimoji="1" sz="2700">
                <a:solidFill>
                  <a:schemeClr val="tx1"/>
                </a:solidFill>
                <a:latin typeface="Times New Roman" panose="02020603050405020304" pitchFamily="18" charset="0"/>
                <a:ea typeface="新細明體" panose="02020500000000000000" pitchFamily="18" charset="-120"/>
              </a:defRPr>
            </a:lvl3pPr>
            <a:lvl4pPr marL="1600200" indent="-228600" algn="just">
              <a:spcBef>
                <a:spcPct val="20000"/>
              </a:spcBef>
              <a:buChar char="–"/>
              <a:defRPr kumimoji="1" sz="2700">
                <a:solidFill>
                  <a:schemeClr val="tx1"/>
                </a:solidFill>
                <a:latin typeface="Times New Roman" panose="02020603050405020304" pitchFamily="18" charset="0"/>
                <a:ea typeface="新細明體" panose="02020500000000000000" pitchFamily="18" charset="-120"/>
              </a:defRPr>
            </a:lvl4pPr>
            <a:lvl5pPr marL="2057400" indent="-228600" algn="just">
              <a:spcBef>
                <a:spcPct val="20000"/>
              </a:spcBef>
              <a:buChar char="»"/>
              <a:defRPr kumimoji="1" sz="2700">
                <a:solidFill>
                  <a:schemeClr val="tx1"/>
                </a:solidFill>
                <a:latin typeface="Times New Roman" panose="02020603050405020304" pitchFamily="18" charset="0"/>
                <a:ea typeface="新細明體" panose="02020500000000000000" pitchFamily="18" charset="-120"/>
              </a:defRPr>
            </a:lvl5pPr>
            <a:lvl6pPr marL="2514600" indent="-228600" algn="just" eaLnBrk="0" fontAlgn="base" hangingPunct="0">
              <a:spcBef>
                <a:spcPct val="20000"/>
              </a:spcBef>
              <a:spcAft>
                <a:spcPct val="0"/>
              </a:spcAft>
              <a:buChar char="»"/>
              <a:defRPr kumimoji="1" sz="2700">
                <a:solidFill>
                  <a:schemeClr val="tx1"/>
                </a:solidFill>
                <a:latin typeface="Times New Roman" panose="02020603050405020304" pitchFamily="18" charset="0"/>
                <a:ea typeface="新細明體" panose="02020500000000000000" pitchFamily="18" charset="-120"/>
              </a:defRPr>
            </a:lvl6pPr>
            <a:lvl7pPr marL="2971800" indent="-228600" algn="just" eaLnBrk="0" fontAlgn="base" hangingPunct="0">
              <a:spcBef>
                <a:spcPct val="20000"/>
              </a:spcBef>
              <a:spcAft>
                <a:spcPct val="0"/>
              </a:spcAft>
              <a:buChar char="»"/>
              <a:defRPr kumimoji="1" sz="2700">
                <a:solidFill>
                  <a:schemeClr val="tx1"/>
                </a:solidFill>
                <a:latin typeface="Times New Roman" panose="02020603050405020304" pitchFamily="18" charset="0"/>
                <a:ea typeface="新細明體" panose="02020500000000000000" pitchFamily="18" charset="-120"/>
              </a:defRPr>
            </a:lvl7pPr>
            <a:lvl8pPr marL="3429000" indent="-228600" algn="just" eaLnBrk="0" fontAlgn="base" hangingPunct="0">
              <a:spcBef>
                <a:spcPct val="20000"/>
              </a:spcBef>
              <a:spcAft>
                <a:spcPct val="0"/>
              </a:spcAft>
              <a:buChar char="»"/>
              <a:defRPr kumimoji="1" sz="2700">
                <a:solidFill>
                  <a:schemeClr val="tx1"/>
                </a:solidFill>
                <a:latin typeface="Times New Roman" panose="02020603050405020304" pitchFamily="18" charset="0"/>
                <a:ea typeface="新細明體" panose="02020500000000000000" pitchFamily="18" charset="-120"/>
              </a:defRPr>
            </a:lvl8pPr>
            <a:lvl9pPr marL="3886200" indent="-228600" algn="just" eaLnBrk="0" fontAlgn="base" hangingPunct="0">
              <a:spcBef>
                <a:spcPct val="20000"/>
              </a:spcBef>
              <a:spcAft>
                <a:spcPct val="0"/>
              </a:spcAft>
              <a:buChar char="»"/>
              <a:defRPr kumimoji="1" sz="2700">
                <a:solidFill>
                  <a:schemeClr val="tx1"/>
                </a:solidFill>
                <a:latin typeface="Times New Roman" panose="02020603050405020304" pitchFamily="18" charset="0"/>
                <a:ea typeface="新細明體" panose="02020500000000000000" pitchFamily="18" charset="-120"/>
              </a:defRPr>
            </a:lvl9pPr>
          </a:lstStyle>
          <a:p>
            <a:pPr algn="l" eaLnBrk="1" latinLnBrk="1" hangingPunct="1">
              <a:spcBef>
                <a:spcPct val="50000"/>
              </a:spcBef>
              <a:buClrTx/>
              <a:buSzTx/>
              <a:buFontTx/>
              <a:buNone/>
            </a:pPr>
            <a:r>
              <a:rPr lang="zh-TW" altLang="en-US" sz="2400">
                <a:latin typeface="新細明體" panose="02020500000000000000" pitchFamily="18" charset="-120"/>
              </a:rPr>
              <a:t>故事件</a:t>
            </a:r>
            <a:r>
              <a:rPr lang="en-US" altLang="zh-TW" sz="2400" i="1"/>
              <a:t>B</a:t>
            </a:r>
            <a:r>
              <a:rPr lang="zh-TW" altLang="en-US" sz="2400">
                <a:latin typeface="新細明體" panose="02020500000000000000" pitchFamily="18" charset="-120"/>
              </a:rPr>
              <a:t>之機率可寫成：</a:t>
            </a:r>
          </a:p>
        </p:txBody>
      </p:sp>
      <p:pic>
        <p:nvPicPr>
          <p:cNvPr id="15371" name="Picture 1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62400" y="5199063"/>
            <a:ext cx="389890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52822666"/>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 Box 4"/>
          <p:cNvSpPr txBox="1">
            <a:spLocks noChangeArrowheads="1"/>
          </p:cNvSpPr>
          <p:nvPr/>
        </p:nvSpPr>
        <p:spPr bwMode="auto">
          <a:xfrm>
            <a:off x="852488" y="1316038"/>
            <a:ext cx="7561262"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a:spcBef>
                <a:spcPct val="20000"/>
              </a:spcBef>
              <a:buClr>
                <a:srgbClr val="996633"/>
              </a:buClr>
              <a:buSzPct val="80000"/>
              <a:buFont typeface="Arial" panose="020B0604020202020204" pitchFamily="34" charset="0"/>
              <a:buChar char="►"/>
              <a:defRPr kumimoji="1" sz="2700">
                <a:solidFill>
                  <a:schemeClr val="tx1"/>
                </a:solidFill>
                <a:latin typeface="Times New Roman" panose="02020603050405020304" pitchFamily="18" charset="0"/>
                <a:ea typeface="新細明體" panose="02020500000000000000" pitchFamily="18" charset="-120"/>
              </a:defRPr>
            </a:lvl1pPr>
            <a:lvl2pPr marL="742950" indent="-285750" algn="just">
              <a:spcBef>
                <a:spcPct val="20000"/>
              </a:spcBef>
              <a:buClr>
                <a:srgbClr val="008080"/>
              </a:buClr>
              <a:buSzPct val="80000"/>
              <a:buFont typeface="Arial" panose="020B0604020202020204" pitchFamily="34" charset="0"/>
              <a:buChar char="►"/>
              <a:defRPr kumimoji="1" sz="2700">
                <a:solidFill>
                  <a:schemeClr val="tx1"/>
                </a:solidFill>
                <a:latin typeface="Times New Roman" panose="02020603050405020304" pitchFamily="18" charset="0"/>
                <a:ea typeface="新細明體" panose="02020500000000000000" pitchFamily="18" charset="-120"/>
              </a:defRPr>
            </a:lvl2pPr>
            <a:lvl3pPr marL="1143000" indent="-228600" algn="just">
              <a:spcBef>
                <a:spcPct val="20000"/>
              </a:spcBef>
              <a:buChar char="•"/>
              <a:defRPr kumimoji="1" sz="2700">
                <a:solidFill>
                  <a:schemeClr val="tx1"/>
                </a:solidFill>
                <a:latin typeface="Times New Roman" panose="02020603050405020304" pitchFamily="18" charset="0"/>
                <a:ea typeface="新細明體" panose="02020500000000000000" pitchFamily="18" charset="-120"/>
              </a:defRPr>
            </a:lvl3pPr>
            <a:lvl4pPr marL="1600200" indent="-228600" algn="just">
              <a:spcBef>
                <a:spcPct val="20000"/>
              </a:spcBef>
              <a:buChar char="–"/>
              <a:defRPr kumimoji="1" sz="2700">
                <a:solidFill>
                  <a:schemeClr val="tx1"/>
                </a:solidFill>
                <a:latin typeface="Times New Roman" panose="02020603050405020304" pitchFamily="18" charset="0"/>
                <a:ea typeface="新細明體" panose="02020500000000000000" pitchFamily="18" charset="-120"/>
              </a:defRPr>
            </a:lvl4pPr>
            <a:lvl5pPr marL="2057400" indent="-228600" algn="just">
              <a:spcBef>
                <a:spcPct val="20000"/>
              </a:spcBef>
              <a:buChar char="»"/>
              <a:defRPr kumimoji="1" sz="2700">
                <a:solidFill>
                  <a:schemeClr val="tx1"/>
                </a:solidFill>
                <a:latin typeface="Times New Roman" panose="02020603050405020304" pitchFamily="18" charset="0"/>
                <a:ea typeface="新細明體" panose="02020500000000000000" pitchFamily="18" charset="-120"/>
              </a:defRPr>
            </a:lvl5pPr>
            <a:lvl6pPr marL="2514600" indent="-228600" algn="just" eaLnBrk="0" fontAlgn="base" hangingPunct="0">
              <a:spcBef>
                <a:spcPct val="20000"/>
              </a:spcBef>
              <a:spcAft>
                <a:spcPct val="0"/>
              </a:spcAft>
              <a:buChar char="»"/>
              <a:defRPr kumimoji="1" sz="2700">
                <a:solidFill>
                  <a:schemeClr val="tx1"/>
                </a:solidFill>
                <a:latin typeface="Times New Roman" panose="02020603050405020304" pitchFamily="18" charset="0"/>
                <a:ea typeface="新細明體" panose="02020500000000000000" pitchFamily="18" charset="-120"/>
              </a:defRPr>
            </a:lvl6pPr>
            <a:lvl7pPr marL="2971800" indent="-228600" algn="just" eaLnBrk="0" fontAlgn="base" hangingPunct="0">
              <a:spcBef>
                <a:spcPct val="20000"/>
              </a:spcBef>
              <a:spcAft>
                <a:spcPct val="0"/>
              </a:spcAft>
              <a:buChar char="»"/>
              <a:defRPr kumimoji="1" sz="2700">
                <a:solidFill>
                  <a:schemeClr val="tx1"/>
                </a:solidFill>
                <a:latin typeface="Times New Roman" panose="02020603050405020304" pitchFamily="18" charset="0"/>
                <a:ea typeface="新細明體" panose="02020500000000000000" pitchFamily="18" charset="-120"/>
              </a:defRPr>
            </a:lvl7pPr>
            <a:lvl8pPr marL="3429000" indent="-228600" algn="just" eaLnBrk="0" fontAlgn="base" hangingPunct="0">
              <a:spcBef>
                <a:spcPct val="20000"/>
              </a:spcBef>
              <a:spcAft>
                <a:spcPct val="0"/>
              </a:spcAft>
              <a:buChar char="»"/>
              <a:defRPr kumimoji="1" sz="2700">
                <a:solidFill>
                  <a:schemeClr val="tx1"/>
                </a:solidFill>
                <a:latin typeface="Times New Roman" panose="02020603050405020304" pitchFamily="18" charset="0"/>
                <a:ea typeface="新細明體" panose="02020500000000000000" pitchFamily="18" charset="-120"/>
              </a:defRPr>
            </a:lvl8pPr>
            <a:lvl9pPr marL="3886200" indent="-228600" algn="just" eaLnBrk="0" fontAlgn="base" hangingPunct="0">
              <a:spcBef>
                <a:spcPct val="20000"/>
              </a:spcBef>
              <a:spcAft>
                <a:spcPct val="0"/>
              </a:spcAft>
              <a:buChar char="»"/>
              <a:defRPr kumimoji="1" sz="2700">
                <a:solidFill>
                  <a:schemeClr val="tx1"/>
                </a:solidFill>
                <a:latin typeface="Times New Roman" panose="02020603050405020304" pitchFamily="18" charset="0"/>
                <a:ea typeface="新細明體" panose="02020500000000000000" pitchFamily="18" charset="-120"/>
              </a:defRPr>
            </a:lvl9pPr>
          </a:lstStyle>
          <a:p>
            <a:pPr algn="l" eaLnBrk="1" latinLnBrk="1" hangingPunct="1">
              <a:spcBef>
                <a:spcPct val="50000"/>
              </a:spcBef>
              <a:buClrTx/>
              <a:buSzTx/>
              <a:buFontTx/>
              <a:buNone/>
            </a:pPr>
            <a:r>
              <a:rPr lang="zh-TW" altLang="en-US" sz="2400">
                <a:latin typeface="新細明體" panose="02020500000000000000" pitchFamily="18" charset="-120"/>
              </a:rPr>
              <a:t>令                            為樣本空間 </a:t>
            </a:r>
            <a:r>
              <a:rPr lang="en-US" altLang="zh-TW" sz="2400" i="1">
                <a:latin typeface="新細明體" panose="02020500000000000000" pitchFamily="18" charset="-120"/>
              </a:rPr>
              <a:t>S </a:t>
            </a:r>
            <a:r>
              <a:rPr lang="zh-TW" altLang="en-US" sz="2400">
                <a:latin typeface="新細明體" panose="02020500000000000000" pitchFamily="18" charset="-120"/>
              </a:rPr>
              <a:t>中之 </a:t>
            </a:r>
            <a:r>
              <a:rPr lang="en-US" altLang="zh-TW" sz="2400" i="1">
                <a:latin typeface="新細明體" panose="02020500000000000000" pitchFamily="18" charset="-120"/>
              </a:rPr>
              <a:t>k </a:t>
            </a:r>
            <a:r>
              <a:rPr lang="zh-TW" altLang="en-US" sz="2400">
                <a:latin typeface="新細明體" panose="02020500000000000000" pitchFamily="18" charset="-120"/>
              </a:rPr>
              <a:t>個互斥事件且滿足                                   ，</a:t>
            </a:r>
            <a:r>
              <a:rPr lang="en-US" altLang="zh-TW" sz="2400" i="1">
                <a:latin typeface="新細明體" panose="02020500000000000000" pitchFamily="18" charset="-120"/>
              </a:rPr>
              <a:t>B </a:t>
            </a:r>
            <a:r>
              <a:rPr lang="zh-TW" altLang="en-US" sz="2400">
                <a:latin typeface="新細明體" panose="02020500000000000000" pitchFamily="18" charset="-120"/>
              </a:rPr>
              <a:t>為任一事件。則；</a:t>
            </a:r>
          </a:p>
        </p:txBody>
      </p:sp>
      <p:pic>
        <p:nvPicPr>
          <p:cNvPr id="16387"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9688" y="1435100"/>
            <a:ext cx="20955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88"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9088" y="1820863"/>
            <a:ext cx="2744787"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89"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00150" y="2327275"/>
            <a:ext cx="6029325"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6392" name="Group 14"/>
          <p:cNvGrpSpPr>
            <a:grpSpLocks/>
          </p:cNvGrpSpPr>
          <p:nvPr/>
        </p:nvGrpSpPr>
        <p:grpSpPr bwMode="auto">
          <a:xfrm>
            <a:off x="0" y="609600"/>
            <a:ext cx="8054975" cy="679450"/>
            <a:chOff x="80" y="2368"/>
            <a:chExt cx="5074" cy="428"/>
          </a:xfrm>
        </p:grpSpPr>
        <p:sp>
          <p:nvSpPr>
            <p:cNvPr id="16394" name="Text Box 15"/>
            <p:cNvSpPr txBox="1">
              <a:spLocks noChangeArrowheads="1"/>
            </p:cNvSpPr>
            <p:nvPr/>
          </p:nvSpPr>
          <p:spPr bwMode="auto">
            <a:xfrm>
              <a:off x="960" y="2440"/>
              <a:ext cx="13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a:spcBef>
                  <a:spcPct val="20000"/>
                </a:spcBef>
                <a:buClr>
                  <a:srgbClr val="996633"/>
                </a:buClr>
                <a:buSzPct val="80000"/>
                <a:buFont typeface="Arial" panose="020B0604020202020204" pitchFamily="34" charset="0"/>
                <a:buChar char="►"/>
                <a:defRPr kumimoji="1" sz="2700">
                  <a:solidFill>
                    <a:schemeClr val="tx1"/>
                  </a:solidFill>
                  <a:latin typeface="Times New Roman" panose="02020603050405020304" pitchFamily="18" charset="0"/>
                  <a:ea typeface="新細明體" panose="02020500000000000000" pitchFamily="18" charset="-120"/>
                </a:defRPr>
              </a:lvl1pPr>
              <a:lvl2pPr marL="742950" indent="-285750" algn="just">
                <a:spcBef>
                  <a:spcPct val="20000"/>
                </a:spcBef>
                <a:buClr>
                  <a:srgbClr val="008080"/>
                </a:buClr>
                <a:buSzPct val="80000"/>
                <a:buFont typeface="Arial" panose="020B0604020202020204" pitchFamily="34" charset="0"/>
                <a:buChar char="►"/>
                <a:defRPr kumimoji="1" sz="2700">
                  <a:solidFill>
                    <a:schemeClr val="tx1"/>
                  </a:solidFill>
                  <a:latin typeface="Times New Roman" panose="02020603050405020304" pitchFamily="18" charset="0"/>
                  <a:ea typeface="新細明體" panose="02020500000000000000" pitchFamily="18" charset="-120"/>
                </a:defRPr>
              </a:lvl2pPr>
              <a:lvl3pPr marL="1143000" indent="-228600" algn="just">
                <a:spcBef>
                  <a:spcPct val="20000"/>
                </a:spcBef>
                <a:buChar char="•"/>
                <a:defRPr kumimoji="1" sz="2700">
                  <a:solidFill>
                    <a:schemeClr val="tx1"/>
                  </a:solidFill>
                  <a:latin typeface="Times New Roman" panose="02020603050405020304" pitchFamily="18" charset="0"/>
                  <a:ea typeface="新細明體" panose="02020500000000000000" pitchFamily="18" charset="-120"/>
                </a:defRPr>
              </a:lvl3pPr>
              <a:lvl4pPr marL="1600200" indent="-228600" algn="just">
                <a:spcBef>
                  <a:spcPct val="20000"/>
                </a:spcBef>
                <a:buChar char="–"/>
                <a:defRPr kumimoji="1" sz="2700">
                  <a:solidFill>
                    <a:schemeClr val="tx1"/>
                  </a:solidFill>
                  <a:latin typeface="Times New Roman" panose="02020603050405020304" pitchFamily="18" charset="0"/>
                  <a:ea typeface="新細明體" panose="02020500000000000000" pitchFamily="18" charset="-120"/>
                </a:defRPr>
              </a:lvl4pPr>
              <a:lvl5pPr marL="2057400" indent="-228600" algn="just">
                <a:spcBef>
                  <a:spcPct val="20000"/>
                </a:spcBef>
                <a:buChar char="»"/>
                <a:defRPr kumimoji="1" sz="2700">
                  <a:solidFill>
                    <a:schemeClr val="tx1"/>
                  </a:solidFill>
                  <a:latin typeface="Times New Roman" panose="02020603050405020304" pitchFamily="18" charset="0"/>
                  <a:ea typeface="新細明體" panose="02020500000000000000" pitchFamily="18" charset="-120"/>
                </a:defRPr>
              </a:lvl5pPr>
              <a:lvl6pPr marL="2514600" indent="-228600" algn="just" eaLnBrk="0" fontAlgn="base" hangingPunct="0">
                <a:spcBef>
                  <a:spcPct val="20000"/>
                </a:spcBef>
                <a:spcAft>
                  <a:spcPct val="0"/>
                </a:spcAft>
                <a:buChar char="»"/>
                <a:defRPr kumimoji="1" sz="2700">
                  <a:solidFill>
                    <a:schemeClr val="tx1"/>
                  </a:solidFill>
                  <a:latin typeface="Times New Roman" panose="02020603050405020304" pitchFamily="18" charset="0"/>
                  <a:ea typeface="新細明體" panose="02020500000000000000" pitchFamily="18" charset="-120"/>
                </a:defRPr>
              </a:lvl6pPr>
              <a:lvl7pPr marL="2971800" indent="-228600" algn="just" eaLnBrk="0" fontAlgn="base" hangingPunct="0">
                <a:spcBef>
                  <a:spcPct val="20000"/>
                </a:spcBef>
                <a:spcAft>
                  <a:spcPct val="0"/>
                </a:spcAft>
                <a:buChar char="»"/>
                <a:defRPr kumimoji="1" sz="2700">
                  <a:solidFill>
                    <a:schemeClr val="tx1"/>
                  </a:solidFill>
                  <a:latin typeface="Times New Roman" panose="02020603050405020304" pitchFamily="18" charset="0"/>
                  <a:ea typeface="新細明體" panose="02020500000000000000" pitchFamily="18" charset="-120"/>
                </a:defRPr>
              </a:lvl7pPr>
              <a:lvl8pPr marL="3429000" indent="-228600" algn="just" eaLnBrk="0" fontAlgn="base" hangingPunct="0">
                <a:spcBef>
                  <a:spcPct val="20000"/>
                </a:spcBef>
                <a:spcAft>
                  <a:spcPct val="0"/>
                </a:spcAft>
                <a:buChar char="»"/>
                <a:defRPr kumimoji="1" sz="2700">
                  <a:solidFill>
                    <a:schemeClr val="tx1"/>
                  </a:solidFill>
                  <a:latin typeface="Times New Roman" panose="02020603050405020304" pitchFamily="18" charset="0"/>
                  <a:ea typeface="新細明體" panose="02020500000000000000" pitchFamily="18" charset="-120"/>
                </a:defRPr>
              </a:lvl8pPr>
              <a:lvl9pPr marL="3886200" indent="-228600" algn="just" eaLnBrk="0" fontAlgn="base" hangingPunct="0">
                <a:spcBef>
                  <a:spcPct val="20000"/>
                </a:spcBef>
                <a:spcAft>
                  <a:spcPct val="0"/>
                </a:spcAft>
                <a:buChar char="»"/>
                <a:defRPr kumimoji="1" sz="2700">
                  <a:solidFill>
                    <a:schemeClr val="tx1"/>
                  </a:solidFill>
                  <a:latin typeface="Times New Roman" panose="02020603050405020304" pitchFamily="18" charset="0"/>
                  <a:ea typeface="新細明體" panose="02020500000000000000" pitchFamily="18" charset="-120"/>
                </a:defRPr>
              </a:lvl9pPr>
            </a:lstStyle>
            <a:p>
              <a:pPr algn="l" eaLnBrk="1" hangingPunct="1">
                <a:spcBef>
                  <a:spcPct val="50000"/>
                </a:spcBef>
                <a:buClrTx/>
                <a:buSzTx/>
                <a:buFontTx/>
                <a:buNone/>
              </a:pPr>
              <a:r>
                <a:rPr lang="zh-TW" altLang="en-US" sz="2400" b="1">
                  <a:solidFill>
                    <a:srgbClr val="009900"/>
                  </a:solidFill>
                  <a:latin typeface="Arial" panose="020B0604020202020204" pitchFamily="34" charset="0"/>
                  <a:ea typeface="標楷體" panose="03000509000000000000" pitchFamily="65" charset="-120"/>
                </a:rPr>
                <a:t>總機率法則</a:t>
              </a:r>
            </a:p>
          </p:txBody>
        </p:sp>
        <p:grpSp>
          <p:nvGrpSpPr>
            <p:cNvPr id="16395" name="Group 16"/>
            <p:cNvGrpSpPr>
              <a:grpSpLocks/>
            </p:cNvGrpSpPr>
            <p:nvPr/>
          </p:nvGrpSpPr>
          <p:grpSpPr bwMode="auto">
            <a:xfrm>
              <a:off x="80" y="2368"/>
              <a:ext cx="5074" cy="428"/>
              <a:chOff x="147" y="2032"/>
              <a:chExt cx="5074" cy="428"/>
            </a:xfrm>
          </p:grpSpPr>
          <p:sp>
            <p:nvSpPr>
              <p:cNvPr id="16396" name="Oval 17"/>
              <p:cNvSpPr>
                <a:spLocks noChangeArrowheads="1"/>
              </p:cNvSpPr>
              <p:nvPr/>
            </p:nvSpPr>
            <p:spPr bwMode="auto">
              <a:xfrm>
                <a:off x="147" y="2032"/>
                <a:ext cx="907" cy="408"/>
              </a:xfrm>
              <a:prstGeom prst="ellipse">
                <a:avLst/>
              </a:prstGeom>
              <a:solidFill>
                <a:srgbClr val="008000"/>
              </a:solidFill>
              <a:ln>
                <a:noFill/>
              </a:ln>
              <a:extLst>
                <a:ext uri="{91240B29-F687-4F45-9708-019B960494DF}">
                  <a14:hiddenLine xmlns:a14="http://schemas.microsoft.com/office/drawing/2010/main" w="38100">
                    <a:solidFill>
                      <a:srgbClr val="000000"/>
                    </a:solidFill>
                    <a:round/>
                    <a:headEnd/>
                    <a:tailEnd/>
                  </a14:hiddenLine>
                </a:ext>
              </a:extLst>
            </p:spPr>
            <p:txBody>
              <a:bodyPr wrap="none" anchor="ctr"/>
              <a:lstStyle>
                <a:lvl1pPr algn="just">
                  <a:spcBef>
                    <a:spcPct val="20000"/>
                  </a:spcBef>
                  <a:buClr>
                    <a:srgbClr val="996633"/>
                  </a:buClr>
                  <a:buSzPct val="80000"/>
                  <a:buFont typeface="Arial" panose="020B0604020202020204" pitchFamily="34" charset="0"/>
                  <a:buChar char="►"/>
                  <a:defRPr kumimoji="1" sz="2700">
                    <a:solidFill>
                      <a:schemeClr val="tx1"/>
                    </a:solidFill>
                    <a:latin typeface="Times New Roman" panose="02020603050405020304" pitchFamily="18" charset="0"/>
                    <a:ea typeface="新細明體" panose="02020500000000000000" pitchFamily="18" charset="-120"/>
                  </a:defRPr>
                </a:lvl1pPr>
                <a:lvl2pPr marL="742950" indent="-285750" algn="just">
                  <a:spcBef>
                    <a:spcPct val="20000"/>
                  </a:spcBef>
                  <a:buClr>
                    <a:srgbClr val="008080"/>
                  </a:buClr>
                  <a:buSzPct val="80000"/>
                  <a:buFont typeface="Arial" panose="020B0604020202020204" pitchFamily="34" charset="0"/>
                  <a:buChar char="►"/>
                  <a:defRPr kumimoji="1" sz="2700">
                    <a:solidFill>
                      <a:schemeClr val="tx1"/>
                    </a:solidFill>
                    <a:latin typeface="Times New Roman" panose="02020603050405020304" pitchFamily="18" charset="0"/>
                    <a:ea typeface="新細明體" panose="02020500000000000000" pitchFamily="18" charset="-120"/>
                  </a:defRPr>
                </a:lvl2pPr>
                <a:lvl3pPr marL="1143000" indent="-228600" algn="just">
                  <a:spcBef>
                    <a:spcPct val="20000"/>
                  </a:spcBef>
                  <a:buChar char="•"/>
                  <a:defRPr kumimoji="1" sz="2700">
                    <a:solidFill>
                      <a:schemeClr val="tx1"/>
                    </a:solidFill>
                    <a:latin typeface="Times New Roman" panose="02020603050405020304" pitchFamily="18" charset="0"/>
                    <a:ea typeface="新細明體" panose="02020500000000000000" pitchFamily="18" charset="-120"/>
                  </a:defRPr>
                </a:lvl3pPr>
                <a:lvl4pPr marL="1600200" indent="-228600" algn="just">
                  <a:spcBef>
                    <a:spcPct val="20000"/>
                  </a:spcBef>
                  <a:buChar char="–"/>
                  <a:defRPr kumimoji="1" sz="2700">
                    <a:solidFill>
                      <a:schemeClr val="tx1"/>
                    </a:solidFill>
                    <a:latin typeface="Times New Roman" panose="02020603050405020304" pitchFamily="18" charset="0"/>
                    <a:ea typeface="新細明體" panose="02020500000000000000" pitchFamily="18" charset="-120"/>
                  </a:defRPr>
                </a:lvl4pPr>
                <a:lvl5pPr marL="2057400" indent="-228600" algn="just">
                  <a:spcBef>
                    <a:spcPct val="20000"/>
                  </a:spcBef>
                  <a:buChar char="»"/>
                  <a:defRPr kumimoji="1" sz="2700">
                    <a:solidFill>
                      <a:schemeClr val="tx1"/>
                    </a:solidFill>
                    <a:latin typeface="Times New Roman" panose="02020603050405020304" pitchFamily="18" charset="0"/>
                    <a:ea typeface="新細明體" panose="02020500000000000000" pitchFamily="18" charset="-120"/>
                  </a:defRPr>
                </a:lvl5pPr>
                <a:lvl6pPr marL="2514600" indent="-228600" algn="just" eaLnBrk="0" fontAlgn="base" hangingPunct="0">
                  <a:spcBef>
                    <a:spcPct val="20000"/>
                  </a:spcBef>
                  <a:spcAft>
                    <a:spcPct val="0"/>
                  </a:spcAft>
                  <a:buChar char="»"/>
                  <a:defRPr kumimoji="1" sz="2700">
                    <a:solidFill>
                      <a:schemeClr val="tx1"/>
                    </a:solidFill>
                    <a:latin typeface="Times New Roman" panose="02020603050405020304" pitchFamily="18" charset="0"/>
                    <a:ea typeface="新細明體" panose="02020500000000000000" pitchFamily="18" charset="-120"/>
                  </a:defRPr>
                </a:lvl6pPr>
                <a:lvl7pPr marL="2971800" indent="-228600" algn="just" eaLnBrk="0" fontAlgn="base" hangingPunct="0">
                  <a:spcBef>
                    <a:spcPct val="20000"/>
                  </a:spcBef>
                  <a:spcAft>
                    <a:spcPct val="0"/>
                  </a:spcAft>
                  <a:buChar char="»"/>
                  <a:defRPr kumimoji="1" sz="2700">
                    <a:solidFill>
                      <a:schemeClr val="tx1"/>
                    </a:solidFill>
                    <a:latin typeface="Times New Roman" panose="02020603050405020304" pitchFamily="18" charset="0"/>
                    <a:ea typeface="新細明體" panose="02020500000000000000" pitchFamily="18" charset="-120"/>
                  </a:defRPr>
                </a:lvl7pPr>
                <a:lvl8pPr marL="3429000" indent="-228600" algn="just" eaLnBrk="0" fontAlgn="base" hangingPunct="0">
                  <a:spcBef>
                    <a:spcPct val="20000"/>
                  </a:spcBef>
                  <a:spcAft>
                    <a:spcPct val="0"/>
                  </a:spcAft>
                  <a:buChar char="»"/>
                  <a:defRPr kumimoji="1" sz="2700">
                    <a:solidFill>
                      <a:schemeClr val="tx1"/>
                    </a:solidFill>
                    <a:latin typeface="Times New Roman" panose="02020603050405020304" pitchFamily="18" charset="0"/>
                    <a:ea typeface="新細明體" panose="02020500000000000000" pitchFamily="18" charset="-120"/>
                  </a:defRPr>
                </a:lvl8pPr>
                <a:lvl9pPr marL="3886200" indent="-228600" algn="just" eaLnBrk="0" fontAlgn="base" hangingPunct="0">
                  <a:spcBef>
                    <a:spcPct val="20000"/>
                  </a:spcBef>
                  <a:spcAft>
                    <a:spcPct val="0"/>
                  </a:spcAft>
                  <a:buChar char="»"/>
                  <a:defRPr kumimoji="1" sz="2700">
                    <a:solidFill>
                      <a:schemeClr val="tx1"/>
                    </a:solidFill>
                    <a:latin typeface="Times New Roman" panose="02020603050405020304" pitchFamily="18" charset="0"/>
                    <a:ea typeface="新細明體" panose="02020500000000000000" pitchFamily="18" charset="-120"/>
                  </a:defRPr>
                </a:lvl9pPr>
              </a:lstStyle>
              <a:p>
                <a:pPr algn="ctr" eaLnBrk="1" latinLnBrk="1" hangingPunct="1">
                  <a:spcBef>
                    <a:spcPct val="0"/>
                  </a:spcBef>
                  <a:buClrTx/>
                  <a:buSzTx/>
                  <a:buFontTx/>
                  <a:buNone/>
                </a:pPr>
                <a:r>
                  <a:rPr lang="zh-TW" altLang="en-US" sz="2500" dirty="0" smtClean="0">
                    <a:solidFill>
                      <a:schemeClr val="bg1"/>
                    </a:solidFill>
                    <a:latin typeface="굴림" pitchFamily="34" charset="-127"/>
                    <a:ea typeface="華康POP1體W9" pitchFamily="81" charset="-120"/>
                  </a:rPr>
                  <a:t>定理</a:t>
                </a:r>
                <a:endParaRPr lang="en-US" altLang="zh-TW" sz="2500" dirty="0">
                  <a:solidFill>
                    <a:schemeClr val="bg1"/>
                  </a:solidFill>
                  <a:latin typeface="華康POP1體W7" pitchFamily="81" charset="-120"/>
                  <a:ea typeface="華康POP1體W7" pitchFamily="81" charset="-120"/>
                </a:endParaRPr>
              </a:p>
            </p:txBody>
          </p:sp>
          <p:sp>
            <p:nvSpPr>
              <p:cNvPr id="16397" name="Line 18"/>
              <p:cNvSpPr>
                <a:spLocks noChangeShapeType="1"/>
              </p:cNvSpPr>
              <p:nvPr/>
            </p:nvSpPr>
            <p:spPr bwMode="auto">
              <a:xfrm flipV="1">
                <a:off x="421" y="2460"/>
                <a:ext cx="4800" cy="0"/>
              </a:xfrm>
              <a:prstGeom prst="line">
                <a:avLst/>
              </a:prstGeom>
              <a:noFill/>
              <a:ln w="25400">
                <a:solidFill>
                  <a:srgbClr val="009900"/>
                </a:solidFill>
                <a:round/>
                <a:headEnd/>
                <a:tailEnd/>
              </a:ln>
              <a:extLst>
                <a:ext uri="{909E8E84-426E-40DD-AFC4-6F175D3DCCD1}">
                  <a14:hiddenFill xmlns:a14="http://schemas.microsoft.com/office/drawing/2010/main">
                    <a:noFill/>
                  </a14:hiddenFill>
                </a:ext>
              </a:extLst>
            </p:spPr>
            <p:txBody>
              <a:bodyPr/>
              <a:lstStyle/>
              <a:p>
                <a:endParaRPr lang="zh-TW" altLang="en-US"/>
              </a:p>
            </p:txBody>
          </p:sp>
        </p:grpSp>
      </p:grpSp>
      <p:sp>
        <p:nvSpPr>
          <p:cNvPr id="129043" name="AutoShape 19"/>
          <p:cNvSpPr>
            <a:spLocks noChangeArrowheads="1"/>
          </p:cNvSpPr>
          <p:nvPr/>
        </p:nvSpPr>
        <p:spPr bwMode="auto">
          <a:xfrm>
            <a:off x="2357438" y="3429000"/>
            <a:ext cx="2552700" cy="1244600"/>
          </a:xfrm>
          <a:prstGeom prst="cloudCallout">
            <a:avLst>
              <a:gd name="adj1" fmla="val 64676"/>
              <a:gd name="adj2" fmla="val 63519"/>
            </a:avLst>
          </a:prstGeom>
          <a:solidFill>
            <a:schemeClr val="accent1"/>
          </a:solidFill>
          <a:ln w="9525">
            <a:solidFill>
              <a:schemeClr val="tx1"/>
            </a:solidFill>
            <a:round/>
            <a:headEnd/>
            <a:tailEnd/>
          </a:ln>
        </p:spPr>
        <p:txBody>
          <a:bodyPr/>
          <a:lstStyle>
            <a:lvl1pPr algn="just">
              <a:spcBef>
                <a:spcPct val="20000"/>
              </a:spcBef>
              <a:buClr>
                <a:srgbClr val="996633"/>
              </a:buClr>
              <a:buSzPct val="80000"/>
              <a:buFont typeface="Arial" panose="020B0604020202020204" pitchFamily="34" charset="0"/>
              <a:buChar char="►"/>
              <a:defRPr kumimoji="1" sz="2700">
                <a:solidFill>
                  <a:schemeClr val="tx1"/>
                </a:solidFill>
                <a:latin typeface="Times New Roman" panose="02020603050405020304" pitchFamily="18" charset="0"/>
                <a:ea typeface="新細明體" panose="02020500000000000000" pitchFamily="18" charset="-120"/>
              </a:defRPr>
            </a:lvl1pPr>
            <a:lvl2pPr marL="742950" indent="-285750" algn="just">
              <a:spcBef>
                <a:spcPct val="20000"/>
              </a:spcBef>
              <a:buClr>
                <a:srgbClr val="008080"/>
              </a:buClr>
              <a:buSzPct val="80000"/>
              <a:buFont typeface="Arial" panose="020B0604020202020204" pitchFamily="34" charset="0"/>
              <a:buChar char="►"/>
              <a:defRPr kumimoji="1" sz="2700">
                <a:solidFill>
                  <a:schemeClr val="tx1"/>
                </a:solidFill>
                <a:latin typeface="Times New Roman" panose="02020603050405020304" pitchFamily="18" charset="0"/>
                <a:ea typeface="新細明體" panose="02020500000000000000" pitchFamily="18" charset="-120"/>
              </a:defRPr>
            </a:lvl2pPr>
            <a:lvl3pPr marL="1143000" indent="-228600" algn="just">
              <a:spcBef>
                <a:spcPct val="20000"/>
              </a:spcBef>
              <a:buChar char="•"/>
              <a:defRPr kumimoji="1" sz="2700">
                <a:solidFill>
                  <a:schemeClr val="tx1"/>
                </a:solidFill>
                <a:latin typeface="Times New Roman" panose="02020603050405020304" pitchFamily="18" charset="0"/>
                <a:ea typeface="新細明體" panose="02020500000000000000" pitchFamily="18" charset="-120"/>
              </a:defRPr>
            </a:lvl3pPr>
            <a:lvl4pPr marL="1600200" indent="-228600" algn="just">
              <a:spcBef>
                <a:spcPct val="20000"/>
              </a:spcBef>
              <a:buChar char="–"/>
              <a:defRPr kumimoji="1" sz="2700">
                <a:solidFill>
                  <a:schemeClr val="tx1"/>
                </a:solidFill>
                <a:latin typeface="Times New Roman" panose="02020603050405020304" pitchFamily="18" charset="0"/>
                <a:ea typeface="新細明體" panose="02020500000000000000" pitchFamily="18" charset="-120"/>
              </a:defRPr>
            </a:lvl4pPr>
            <a:lvl5pPr marL="2057400" indent="-228600" algn="just">
              <a:spcBef>
                <a:spcPct val="20000"/>
              </a:spcBef>
              <a:buChar char="»"/>
              <a:defRPr kumimoji="1" sz="2700">
                <a:solidFill>
                  <a:schemeClr val="tx1"/>
                </a:solidFill>
                <a:latin typeface="Times New Roman" panose="02020603050405020304" pitchFamily="18" charset="0"/>
                <a:ea typeface="新細明體" panose="02020500000000000000" pitchFamily="18" charset="-120"/>
              </a:defRPr>
            </a:lvl5pPr>
            <a:lvl6pPr marL="2514600" indent="-228600" algn="just" eaLnBrk="0" fontAlgn="base" hangingPunct="0">
              <a:spcBef>
                <a:spcPct val="20000"/>
              </a:spcBef>
              <a:spcAft>
                <a:spcPct val="0"/>
              </a:spcAft>
              <a:buChar char="»"/>
              <a:defRPr kumimoji="1" sz="2700">
                <a:solidFill>
                  <a:schemeClr val="tx1"/>
                </a:solidFill>
                <a:latin typeface="Times New Roman" panose="02020603050405020304" pitchFamily="18" charset="0"/>
                <a:ea typeface="新細明體" panose="02020500000000000000" pitchFamily="18" charset="-120"/>
              </a:defRPr>
            </a:lvl6pPr>
            <a:lvl7pPr marL="2971800" indent="-228600" algn="just" eaLnBrk="0" fontAlgn="base" hangingPunct="0">
              <a:spcBef>
                <a:spcPct val="20000"/>
              </a:spcBef>
              <a:spcAft>
                <a:spcPct val="0"/>
              </a:spcAft>
              <a:buChar char="»"/>
              <a:defRPr kumimoji="1" sz="2700">
                <a:solidFill>
                  <a:schemeClr val="tx1"/>
                </a:solidFill>
                <a:latin typeface="Times New Roman" panose="02020603050405020304" pitchFamily="18" charset="0"/>
                <a:ea typeface="新細明體" panose="02020500000000000000" pitchFamily="18" charset="-120"/>
              </a:defRPr>
            </a:lvl7pPr>
            <a:lvl8pPr marL="3429000" indent="-228600" algn="just" eaLnBrk="0" fontAlgn="base" hangingPunct="0">
              <a:spcBef>
                <a:spcPct val="20000"/>
              </a:spcBef>
              <a:spcAft>
                <a:spcPct val="0"/>
              </a:spcAft>
              <a:buChar char="»"/>
              <a:defRPr kumimoji="1" sz="2700">
                <a:solidFill>
                  <a:schemeClr val="tx1"/>
                </a:solidFill>
                <a:latin typeface="Times New Roman" panose="02020603050405020304" pitchFamily="18" charset="0"/>
                <a:ea typeface="新細明體" panose="02020500000000000000" pitchFamily="18" charset="-120"/>
              </a:defRPr>
            </a:lvl8pPr>
            <a:lvl9pPr marL="3886200" indent="-228600" algn="just" eaLnBrk="0" fontAlgn="base" hangingPunct="0">
              <a:spcBef>
                <a:spcPct val="20000"/>
              </a:spcBef>
              <a:spcAft>
                <a:spcPct val="0"/>
              </a:spcAft>
              <a:buChar char="»"/>
              <a:defRPr kumimoji="1" sz="2700">
                <a:solidFill>
                  <a:schemeClr val="tx1"/>
                </a:solidFill>
                <a:latin typeface="Times New Roman" panose="02020603050405020304" pitchFamily="18" charset="0"/>
                <a:ea typeface="新細明體" panose="02020500000000000000" pitchFamily="18" charset="-120"/>
              </a:defRPr>
            </a:lvl9pPr>
          </a:lstStyle>
          <a:p>
            <a:pPr algn="ctr" eaLnBrk="1" hangingPunct="1">
              <a:spcBef>
                <a:spcPct val="0"/>
              </a:spcBef>
              <a:buClrTx/>
              <a:buSzTx/>
              <a:buFontTx/>
              <a:buNone/>
            </a:pPr>
            <a:r>
              <a:rPr lang="zh-TW" altLang="en-US" sz="2400" b="1" dirty="0">
                <a:solidFill>
                  <a:srgbClr val="0000FF"/>
                </a:solidFill>
                <a:latin typeface="Arial" panose="020B0604020202020204" pitchFamily="34" charset="0"/>
                <a:ea typeface="標楷體" panose="03000509000000000000" pitchFamily="65" charset="-120"/>
              </a:rPr>
              <a:t>此即有名之貝氏定理</a:t>
            </a:r>
          </a:p>
        </p:txBody>
      </p:sp>
    </p:spTree>
    <p:extLst>
      <p:ext uri="{BB962C8B-B14F-4D97-AF65-F5344CB8AC3E}">
        <p14:creationId xmlns:p14="http://schemas.microsoft.com/office/powerpoint/2010/main" val="307022650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2" fill="hold" grpId="0" nodeType="afterEffect">
                                  <p:stCondLst>
                                    <p:cond delay="0"/>
                                  </p:stCondLst>
                                  <p:childTnLst>
                                    <p:set>
                                      <p:cBhvr>
                                        <p:cTn id="6" dur="1" fill="hold">
                                          <p:stCondLst>
                                            <p:cond delay="0"/>
                                          </p:stCondLst>
                                        </p:cTn>
                                        <p:tgtEl>
                                          <p:spTgt spid="129043"/>
                                        </p:tgtEl>
                                        <p:attrNameLst>
                                          <p:attrName>style.visibility</p:attrName>
                                        </p:attrNameLst>
                                      </p:cBhvr>
                                      <p:to>
                                        <p:strVal val="visible"/>
                                      </p:to>
                                    </p:set>
                                    <p:anim calcmode="lin" valueType="num">
                                      <p:cBhvr>
                                        <p:cTn id="7" dur="500" fill="hold"/>
                                        <p:tgtEl>
                                          <p:spTgt spid="129043"/>
                                        </p:tgtEl>
                                        <p:attrNameLst>
                                          <p:attrName>ppt_x</p:attrName>
                                        </p:attrNameLst>
                                      </p:cBhvr>
                                      <p:tavLst>
                                        <p:tav tm="0">
                                          <p:val>
                                            <p:strVal val="#ppt_x+#ppt_w/2"/>
                                          </p:val>
                                        </p:tav>
                                        <p:tav tm="100000">
                                          <p:val>
                                            <p:strVal val="#ppt_x"/>
                                          </p:val>
                                        </p:tav>
                                      </p:tavLst>
                                    </p:anim>
                                    <p:anim calcmode="lin" valueType="num">
                                      <p:cBhvr>
                                        <p:cTn id="8" dur="500" fill="hold"/>
                                        <p:tgtEl>
                                          <p:spTgt spid="129043"/>
                                        </p:tgtEl>
                                        <p:attrNameLst>
                                          <p:attrName>ppt_y</p:attrName>
                                        </p:attrNameLst>
                                      </p:cBhvr>
                                      <p:tavLst>
                                        <p:tav tm="0">
                                          <p:val>
                                            <p:strVal val="#ppt_y"/>
                                          </p:val>
                                        </p:tav>
                                        <p:tav tm="100000">
                                          <p:val>
                                            <p:strVal val="#ppt_y"/>
                                          </p:val>
                                        </p:tav>
                                      </p:tavLst>
                                    </p:anim>
                                    <p:anim calcmode="lin" valueType="num">
                                      <p:cBhvr>
                                        <p:cTn id="9" dur="500" fill="hold"/>
                                        <p:tgtEl>
                                          <p:spTgt spid="129043"/>
                                        </p:tgtEl>
                                        <p:attrNameLst>
                                          <p:attrName>ppt_w</p:attrName>
                                        </p:attrNameLst>
                                      </p:cBhvr>
                                      <p:tavLst>
                                        <p:tav tm="0">
                                          <p:val>
                                            <p:fltVal val="0"/>
                                          </p:val>
                                        </p:tav>
                                        <p:tav tm="100000">
                                          <p:val>
                                            <p:strVal val="#ppt_w"/>
                                          </p:val>
                                        </p:tav>
                                      </p:tavLst>
                                    </p:anim>
                                    <p:anim calcmode="lin" valueType="num">
                                      <p:cBhvr>
                                        <p:cTn id="10" dur="500" fill="hold"/>
                                        <p:tgtEl>
                                          <p:spTgt spid="129043"/>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043"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內容版面配置區 3"/>
          <p:cNvSpPr>
            <a:spLocks noGrp="1"/>
          </p:cNvSpPr>
          <p:nvPr>
            <p:ph sz="quarter" idx="10"/>
          </p:nvPr>
        </p:nvSpPr>
        <p:spPr/>
        <p:txBody>
          <a:bodyPr/>
          <a:lstStyle/>
          <a:p>
            <a:pPr lvl="3"/>
            <a:r>
              <a:rPr lang="zh-TW" altLang="en-US" b="1" dirty="0"/>
              <a:t>決策樹</a:t>
            </a:r>
            <a:r>
              <a:rPr lang="en-US" altLang="zh-TW" dirty="0"/>
              <a:t>(Decision Tree) </a:t>
            </a:r>
            <a:r>
              <a:rPr lang="zh-TW" altLang="en-US" dirty="0"/>
              <a:t>演算法是使用一連串屬性值逐步進行判斷，每一步會根據</a:t>
            </a:r>
            <a:r>
              <a:rPr lang="zh-TW" altLang="en-US" dirty="0" smtClean="0"/>
              <a:t>判斷</a:t>
            </a:r>
            <a:r>
              <a:rPr lang="zh-TW" altLang="en-US" dirty="0"/>
              <a:t>結果決定進入哪個分支，就像一顆樹由根部向枝條延伸，直到到達某葉節點處</a:t>
            </a:r>
            <a:r>
              <a:rPr lang="zh-TW" altLang="en-US" dirty="0" smtClean="0"/>
              <a:t>，得到</a:t>
            </a:r>
            <a:r>
              <a:rPr lang="zh-TW" altLang="en-US" dirty="0"/>
              <a:t>分類結果</a:t>
            </a:r>
            <a:r>
              <a:rPr lang="zh-TW" altLang="en-US" dirty="0" smtClean="0"/>
              <a:t>。</a:t>
            </a:r>
            <a:endParaRPr lang="en-US" altLang="zh-TW" dirty="0" smtClean="0"/>
          </a:p>
          <a:p>
            <a:pPr lvl="1"/>
            <a:r>
              <a:rPr lang="en-US" altLang="zh-TW" dirty="0"/>
              <a:t>8.4.1 </a:t>
            </a:r>
            <a:r>
              <a:rPr lang="zh-TW" altLang="en-US" dirty="0"/>
              <a:t>決策樹演算法原理</a:t>
            </a:r>
          </a:p>
          <a:p>
            <a:pPr lvl="3"/>
            <a:r>
              <a:rPr lang="zh-TW" altLang="en-US" dirty="0"/>
              <a:t>決策樹演算法是根據資料各個特徵逐一進行判斷，以決定資料屬於哪一個分類</a:t>
            </a:r>
            <a:r>
              <a:rPr lang="zh-TW" altLang="en-US" dirty="0" smtClean="0"/>
              <a:t>。</a:t>
            </a:r>
            <a:endParaRPr lang="en-US" altLang="zh-TW" dirty="0" smtClean="0"/>
          </a:p>
          <a:p>
            <a:pPr lvl="2"/>
            <a:r>
              <a:rPr lang="zh-TW" altLang="en-US" dirty="0" smtClean="0"/>
              <a:t>認識</a:t>
            </a:r>
            <a:r>
              <a:rPr lang="zh-TW" altLang="en-US" dirty="0"/>
              <a:t>決策</a:t>
            </a:r>
            <a:r>
              <a:rPr lang="zh-TW" altLang="en-US" dirty="0" smtClean="0"/>
              <a:t>樹</a:t>
            </a:r>
            <a:endParaRPr lang="en-US" altLang="zh-TW" dirty="0" smtClean="0"/>
          </a:p>
          <a:p>
            <a:pPr lvl="3"/>
            <a:r>
              <a:rPr lang="zh-TW" altLang="en-US" dirty="0" smtClean="0"/>
              <a:t>以</a:t>
            </a:r>
            <a:r>
              <a:rPr lang="zh-TW" altLang="en-US" dirty="0"/>
              <a:t>女性是否同意與相親對象見面為例：考慮的條件</a:t>
            </a:r>
            <a:r>
              <a:rPr lang="en-US" altLang="zh-TW" dirty="0"/>
              <a:t>( </a:t>
            </a:r>
            <a:r>
              <a:rPr lang="zh-TW" altLang="en-US" dirty="0"/>
              <a:t>特徵</a:t>
            </a:r>
            <a:r>
              <a:rPr lang="en-US" altLang="zh-TW" dirty="0"/>
              <a:t>) </a:t>
            </a:r>
            <a:r>
              <a:rPr lang="zh-TW" altLang="en-US" dirty="0"/>
              <a:t>有年齡、房產及月薪，</a:t>
            </a:r>
            <a:r>
              <a:rPr lang="zh-TW" altLang="en-US" dirty="0" smtClean="0"/>
              <a:t>依據</a:t>
            </a:r>
            <a:r>
              <a:rPr lang="zh-TW" altLang="en-US" dirty="0"/>
              <a:t>下面決策樹來決定是否同意。</a:t>
            </a:r>
          </a:p>
        </p:txBody>
      </p:sp>
      <p:sp>
        <p:nvSpPr>
          <p:cNvPr id="2" name="標題 1"/>
          <p:cNvSpPr>
            <a:spLocks noGrp="1"/>
          </p:cNvSpPr>
          <p:nvPr>
            <p:ph type="title"/>
          </p:nvPr>
        </p:nvSpPr>
        <p:spPr/>
        <p:txBody>
          <a:bodyPr/>
          <a:lstStyle/>
          <a:p>
            <a:r>
              <a:rPr lang="en-US" altLang="zh-TW" dirty="0"/>
              <a:t>8.4 </a:t>
            </a:r>
            <a:r>
              <a:rPr lang="zh-TW" altLang="en-US" dirty="0"/>
              <a:t>決策樹演算法</a:t>
            </a:r>
          </a:p>
        </p:txBody>
      </p:sp>
      <p:pic>
        <p:nvPicPr>
          <p:cNvPr id="2150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95936" y="4293096"/>
            <a:ext cx="2429801" cy="186957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0001623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內容版面配置區 3"/>
          <p:cNvSpPr>
            <a:spLocks noGrp="1"/>
          </p:cNvSpPr>
          <p:nvPr>
            <p:ph sz="quarter" idx="10"/>
          </p:nvPr>
        </p:nvSpPr>
        <p:spPr/>
        <p:txBody>
          <a:bodyPr/>
          <a:lstStyle/>
          <a:p>
            <a:pPr lvl="3"/>
            <a:r>
              <a:rPr lang="zh-TW" altLang="en-US" dirty="0"/>
              <a:t>決策樹常用的計算</a:t>
            </a:r>
            <a:r>
              <a:rPr lang="zh-TW" altLang="en-US" dirty="0" smtClean="0"/>
              <a:t>分支演算法</a:t>
            </a:r>
            <a:r>
              <a:rPr lang="zh-TW" altLang="en-US" dirty="0"/>
              <a:t>有兩種：</a:t>
            </a:r>
          </a:p>
          <a:p>
            <a:pPr marL="285750" lvl="3" indent="-285750">
              <a:buFont typeface="Wingdings" panose="05000000000000000000" pitchFamily="2" charset="2"/>
              <a:buChar char="n"/>
            </a:pPr>
            <a:r>
              <a:rPr lang="en-US" altLang="zh-TW" b="1" dirty="0" smtClean="0"/>
              <a:t>ID3</a:t>
            </a:r>
            <a:r>
              <a:rPr lang="zh-TW" altLang="en-US" dirty="0"/>
              <a:t>：原理是計算訊息增益 </a:t>
            </a:r>
            <a:r>
              <a:rPr lang="en-US" altLang="zh-TW" dirty="0"/>
              <a:t>(Information Gain)</a:t>
            </a:r>
            <a:r>
              <a:rPr lang="zh-TW" altLang="en-US" dirty="0"/>
              <a:t>，將較高同質性的資料放置於</a:t>
            </a:r>
            <a:r>
              <a:rPr lang="zh-TW" altLang="en-US" dirty="0" smtClean="0"/>
              <a:t>相同的</a:t>
            </a:r>
            <a:r>
              <a:rPr lang="zh-TW" altLang="en-US" dirty="0"/>
              <a:t>類別，以產生各個分支。此種方法可以同時判斷多個類別。</a:t>
            </a:r>
          </a:p>
          <a:p>
            <a:pPr marL="285750" lvl="3" indent="-285750">
              <a:buFont typeface="Wingdings" panose="05000000000000000000" pitchFamily="2" charset="2"/>
              <a:buChar char="n"/>
            </a:pPr>
            <a:r>
              <a:rPr lang="zh-TW" altLang="en-US" b="1" dirty="0" smtClean="0"/>
              <a:t>基</a:t>
            </a:r>
            <a:r>
              <a:rPr lang="zh-TW" altLang="en-US" b="1" dirty="0"/>
              <a:t>尼指數</a:t>
            </a:r>
            <a:r>
              <a:rPr lang="en-US" altLang="zh-TW" dirty="0"/>
              <a:t>(Gini Index)</a:t>
            </a:r>
            <a:r>
              <a:rPr lang="zh-TW" altLang="en-US" dirty="0"/>
              <a:t>：原理是利用基尼指數計算基尼不純度，基尼不純度越低</a:t>
            </a:r>
            <a:r>
              <a:rPr lang="zh-TW" altLang="en-US" dirty="0" smtClean="0"/>
              <a:t>，則</a:t>
            </a:r>
            <a:r>
              <a:rPr lang="zh-TW" altLang="en-US" dirty="0"/>
              <a:t>分支中的資料相似度越高。此種方法只能判斷兩個類別</a:t>
            </a:r>
            <a:r>
              <a:rPr lang="zh-TW" altLang="en-US" dirty="0" smtClean="0"/>
              <a:t>。</a:t>
            </a:r>
            <a:endParaRPr lang="en-US" altLang="zh-TW" dirty="0" smtClean="0"/>
          </a:p>
          <a:p>
            <a:pPr lvl="2"/>
            <a:r>
              <a:rPr lang="zh-TW" altLang="en-US" dirty="0"/>
              <a:t>優點及缺點</a:t>
            </a:r>
          </a:p>
          <a:p>
            <a:pPr lvl="3"/>
            <a:r>
              <a:rPr lang="zh-TW" altLang="en-US" dirty="0"/>
              <a:t>決策樹演算法的優點：</a:t>
            </a:r>
          </a:p>
          <a:p>
            <a:pPr marL="285750" lvl="3" indent="-285750">
              <a:spcBef>
                <a:spcPts val="0"/>
              </a:spcBef>
              <a:buFont typeface="Wingdings" panose="05000000000000000000" pitchFamily="2" charset="2"/>
              <a:buChar char="n"/>
            </a:pPr>
            <a:r>
              <a:rPr lang="zh-TW" altLang="en-US" dirty="0" smtClean="0"/>
              <a:t>容易</a:t>
            </a:r>
            <a:r>
              <a:rPr lang="zh-TW" altLang="en-US" dirty="0"/>
              <a:t>理解和解釋。</a:t>
            </a:r>
          </a:p>
          <a:p>
            <a:pPr marL="285750" lvl="3" indent="-285750">
              <a:spcBef>
                <a:spcPts val="0"/>
              </a:spcBef>
              <a:buFont typeface="Wingdings" panose="05000000000000000000" pitchFamily="2" charset="2"/>
              <a:buChar char="n"/>
            </a:pPr>
            <a:r>
              <a:rPr lang="zh-TW" altLang="en-US" dirty="0" smtClean="0"/>
              <a:t>提供</a:t>
            </a:r>
            <a:r>
              <a:rPr lang="zh-TW" altLang="en-US" dirty="0"/>
              <a:t>輸出決策樹圖形的工具。</a:t>
            </a:r>
          </a:p>
          <a:p>
            <a:pPr marL="285750" lvl="3" indent="-285750">
              <a:spcBef>
                <a:spcPts val="0"/>
              </a:spcBef>
              <a:buFont typeface="Wingdings" panose="05000000000000000000" pitchFamily="2" charset="2"/>
              <a:buChar char="n"/>
            </a:pPr>
            <a:r>
              <a:rPr lang="zh-TW" altLang="en-US" dirty="0" smtClean="0"/>
              <a:t>對於</a:t>
            </a:r>
            <a:r>
              <a:rPr lang="zh-TW" altLang="en-US" dirty="0"/>
              <a:t>資料數量不多，或是資料中有空值的資料較不影響機器學習效果。</a:t>
            </a:r>
          </a:p>
          <a:p>
            <a:pPr marL="285750" lvl="3" indent="-285750">
              <a:spcBef>
                <a:spcPts val="0"/>
              </a:spcBef>
              <a:buFont typeface="Wingdings" panose="05000000000000000000" pitchFamily="2" charset="2"/>
              <a:buChar char="n"/>
            </a:pPr>
            <a:r>
              <a:rPr lang="en-US" altLang="zh-TW" dirty="0" smtClean="0"/>
              <a:t>ID3</a:t>
            </a:r>
            <a:r>
              <a:rPr lang="zh-TW" altLang="en-US" dirty="0"/>
              <a:t>演算法可以處理多分類。</a:t>
            </a:r>
          </a:p>
          <a:p>
            <a:pPr lvl="3"/>
            <a:r>
              <a:rPr lang="zh-TW" altLang="en-US" dirty="0"/>
              <a:t>決策樹演算法的缺點：</a:t>
            </a:r>
          </a:p>
          <a:p>
            <a:pPr marL="285750" lvl="3" indent="-285750">
              <a:spcBef>
                <a:spcPts val="0"/>
              </a:spcBef>
              <a:buFont typeface="Wingdings" panose="05000000000000000000" pitchFamily="2" charset="2"/>
              <a:buChar char="n"/>
            </a:pPr>
            <a:r>
              <a:rPr lang="zh-TW" altLang="en-US" dirty="0" smtClean="0"/>
              <a:t>容易</a:t>
            </a:r>
            <a:r>
              <a:rPr lang="zh-TW" altLang="en-US" dirty="0"/>
              <a:t>形成過擬合，影響正確率。</a:t>
            </a:r>
          </a:p>
          <a:p>
            <a:pPr marL="285750" lvl="3" indent="-285750">
              <a:spcBef>
                <a:spcPts val="0"/>
              </a:spcBef>
              <a:buFont typeface="Wingdings" panose="05000000000000000000" pitchFamily="2" charset="2"/>
              <a:buChar char="n"/>
            </a:pPr>
            <a:r>
              <a:rPr lang="zh-TW" altLang="en-US" dirty="0" smtClean="0"/>
              <a:t>特徵</a:t>
            </a:r>
            <a:r>
              <a:rPr lang="zh-TW" altLang="en-US" dirty="0"/>
              <a:t>之間若有相關性時的效果較差。</a:t>
            </a:r>
            <a:endParaRPr lang="en-US" altLang="zh-TW" dirty="0" smtClean="0"/>
          </a:p>
          <a:p>
            <a:pPr lvl="3"/>
            <a:endParaRPr lang="zh-TW" altLang="en-US" dirty="0"/>
          </a:p>
        </p:txBody>
      </p:sp>
    </p:spTree>
    <p:extLst>
      <p:ext uri="{BB962C8B-B14F-4D97-AF65-F5344CB8AC3E}">
        <p14:creationId xmlns:p14="http://schemas.microsoft.com/office/powerpoint/2010/main" val="23160146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內容版面配置區 3"/>
          <p:cNvSpPr>
            <a:spLocks noGrp="1"/>
          </p:cNvSpPr>
          <p:nvPr>
            <p:ph sz="quarter" idx="10"/>
          </p:nvPr>
        </p:nvSpPr>
        <p:spPr/>
        <p:txBody>
          <a:bodyPr/>
          <a:lstStyle/>
          <a:p>
            <a:pPr lvl="1"/>
            <a:r>
              <a:rPr lang="en-US" altLang="zh-TW" dirty="0"/>
              <a:t>8.4.2 </a:t>
            </a:r>
            <a:r>
              <a:rPr lang="en-US" altLang="zh-TW" dirty="0" err="1"/>
              <a:t>Scikit</a:t>
            </a:r>
            <a:r>
              <a:rPr lang="en-US" altLang="zh-TW" dirty="0"/>
              <a:t>-Learn </a:t>
            </a:r>
            <a:r>
              <a:rPr lang="zh-TW" altLang="en-US" dirty="0"/>
              <a:t>的決策樹模組</a:t>
            </a:r>
          </a:p>
          <a:p>
            <a:pPr marL="342900" lvl="3" indent="-342900">
              <a:buFont typeface="+mj-lt"/>
              <a:buAutoNum type="arabicPeriod"/>
            </a:pPr>
            <a:r>
              <a:rPr lang="zh-TW" altLang="en-US" dirty="0" smtClean="0"/>
              <a:t>在</a:t>
            </a:r>
            <a:r>
              <a:rPr lang="en-US" altLang="zh-TW" dirty="0" err="1"/>
              <a:t>Scikit</a:t>
            </a:r>
            <a:r>
              <a:rPr lang="en-US" altLang="zh-TW" dirty="0"/>
              <a:t>-Learn </a:t>
            </a:r>
            <a:r>
              <a:rPr lang="zh-TW" altLang="en-US" dirty="0"/>
              <a:t>要使用決策樹演算法，首先載入模組</a:t>
            </a:r>
            <a:r>
              <a:rPr lang="zh-TW" altLang="en-US" dirty="0" smtClean="0"/>
              <a:t>：</a:t>
            </a:r>
            <a:endParaRPr lang="en-US" altLang="zh-TW" dirty="0" smtClean="0"/>
          </a:p>
          <a:p>
            <a:pPr marL="342900" lvl="3" indent="-342900">
              <a:buFont typeface="+mj-lt"/>
              <a:buAutoNum type="arabicPeriod"/>
            </a:pPr>
            <a:endParaRPr lang="en-US" altLang="zh-TW" dirty="0"/>
          </a:p>
          <a:p>
            <a:pPr marL="342900" lvl="3" indent="-342900">
              <a:buFont typeface="+mj-lt"/>
              <a:buAutoNum type="arabicPeriod"/>
            </a:pPr>
            <a:r>
              <a:rPr lang="zh-TW" altLang="en-US" dirty="0" smtClean="0"/>
              <a:t>接著</a:t>
            </a:r>
            <a:r>
              <a:rPr lang="zh-TW" altLang="en-US" dirty="0"/>
              <a:t>建立</a:t>
            </a:r>
            <a:r>
              <a:rPr lang="en-US" altLang="zh-TW" dirty="0" err="1"/>
              <a:t>DecisionTreeClassifier</a:t>
            </a:r>
            <a:r>
              <a:rPr lang="en-US" altLang="zh-TW" dirty="0"/>
              <a:t> </a:t>
            </a:r>
            <a:r>
              <a:rPr lang="zh-TW" altLang="en-US" dirty="0"/>
              <a:t>物件，語法為</a:t>
            </a:r>
            <a:r>
              <a:rPr lang="zh-TW" altLang="en-US" dirty="0" smtClean="0"/>
              <a:t>：</a:t>
            </a:r>
            <a:endParaRPr lang="en-US" altLang="zh-TW" dirty="0" smtClean="0"/>
          </a:p>
          <a:p>
            <a:pPr marL="342900" lvl="3" indent="-342900">
              <a:buFont typeface="+mj-lt"/>
              <a:buAutoNum type="arabicPeriod"/>
            </a:pPr>
            <a:endParaRPr lang="en-US" altLang="zh-TW" dirty="0"/>
          </a:p>
          <a:p>
            <a:pPr marL="342900" lvl="3" indent="-342900">
              <a:buFont typeface="+mj-lt"/>
              <a:buAutoNum type="arabicPeriod"/>
            </a:pPr>
            <a:endParaRPr lang="en-US" altLang="zh-TW" dirty="0" smtClean="0"/>
          </a:p>
          <a:p>
            <a:pPr marL="342900" lvl="3" indent="-342900">
              <a:spcBef>
                <a:spcPts val="0"/>
              </a:spcBef>
              <a:buFont typeface="Wingdings" panose="05000000000000000000" pitchFamily="2" charset="2"/>
              <a:buChar char="n"/>
            </a:pPr>
            <a:r>
              <a:rPr lang="en-US" altLang="zh-TW" dirty="0"/>
              <a:t>criterion</a:t>
            </a:r>
            <a:r>
              <a:rPr lang="zh-TW" altLang="en-US" dirty="0"/>
              <a:t>：此參數非必填。設定值有：</a:t>
            </a:r>
          </a:p>
          <a:p>
            <a:pPr marL="702900" lvl="4">
              <a:spcBef>
                <a:spcPts val="0"/>
              </a:spcBef>
              <a:buFont typeface="Wingdings" panose="05000000000000000000" pitchFamily="2" charset="2"/>
              <a:buChar char="l"/>
            </a:pPr>
            <a:r>
              <a:rPr lang="en-US" altLang="zh-TW" dirty="0" err="1" smtClean="0"/>
              <a:t>gini</a:t>
            </a:r>
            <a:r>
              <a:rPr lang="zh-TW" altLang="en-US" dirty="0"/>
              <a:t>：使用基尼指數演算法。此為預設值。</a:t>
            </a:r>
          </a:p>
          <a:p>
            <a:pPr marL="702900" lvl="4">
              <a:spcBef>
                <a:spcPts val="0"/>
              </a:spcBef>
              <a:buFont typeface="Wingdings" panose="05000000000000000000" pitchFamily="2" charset="2"/>
              <a:buChar char="l"/>
            </a:pPr>
            <a:r>
              <a:rPr lang="en-US" altLang="zh-TW" dirty="0" smtClean="0"/>
              <a:t>entropy</a:t>
            </a:r>
            <a:r>
              <a:rPr lang="zh-TW" altLang="en-US" dirty="0"/>
              <a:t>：使用 </a:t>
            </a:r>
            <a:r>
              <a:rPr lang="en-US" altLang="zh-TW" dirty="0"/>
              <a:t>ID3</a:t>
            </a:r>
            <a:r>
              <a:rPr lang="zh-TW" altLang="en-US" dirty="0"/>
              <a:t>演算法。</a:t>
            </a:r>
          </a:p>
          <a:p>
            <a:pPr marL="342900" lvl="3" indent="-342900">
              <a:buFont typeface="Wingdings" panose="05000000000000000000" pitchFamily="2" charset="2"/>
              <a:buChar char="n"/>
            </a:pPr>
            <a:r>
              <a:rPr lang="en-US" altLang="zh-TW" dirty="0" err="1" smtClean="0"/>
              <a:t>max_depth</a:t>
            </a:r>
            <a:r>
              <a:rPr lang="zh-TW" altLang="en-US" dirty="0"/>
              <a:t>：此參數非必填，是設定決策樹的最大層數。預設值為 </a:t>
            </a:r>
            <a:r>
              <a:rPr lang="en-US" altLang="zh-TW" dirty="0"/>
              <a:t>None</a:t>
            </a:r>
            <a:r>
              <a:rPr lang="zh-TW" altLang="en-US" dirty="0"/>
              <a:t>，</a:t>
            </a:r>
            <a:r>
              <a:rPr lang="zh-TW" altLang="en-US" dirty="0" smtClean="0"/>
              <a:t>表示</a:t>
            </a:r>
            <a:r>
              <a:rPr lang="zh-TW" altLang="en-US" dirty="0"/>
              <a:t>盡可能擴展決策樹的層數</a:t>
            </a:r>
            <a:r>
              <a:rPr lang="zh-TW" altLang="en-US" dirty="0" smtClean="0"/>
              <a:t>。</a:t>
            </a:r>
            <a:endParaRPr lang="en-US" altLang="zh-TW" dirty="0" smtClean="0"/>
          </a:p>
          <a:p>
            <a:pPr marL="342900" lvl="3" indent="-342900">
              <a:buFont typeface="+mj-lt"/>
              <a:buAutoNum type="arabicPeriod" startAt="3"/>
            </a:pPr>
            <a:r>
              <a:rPr lang="zh-TW" altLang="en-US" dirty="0"/>
              <a:t>然後就可利用</a:t>
            </a:r>
            <a:r>
              <a:rPr lang="en-US" altLang="zh-TW" dirty="0"/>
              <a:t>fit </a:t>
            </a:r>
            <a:r>
              <a:rPr lang="zh-TW" altLang="en-US" dirty="0"/>
              <a:t>方法進行訓練，語法為：</a:t>
            </a:r>
          </a:p>
        </p:txBody>
      </p:sp>
      <p:pic>
        <p:nvPicPr>
          <p:cNvPr id="2253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592" y="1556792"/>
            <a:ext cx="5546378" cy="55385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253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9592" y="2420888"/>
            <a:ext cx="5554179" cy="64746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253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8037" y="5589240"/>
            <a:ext cx="5637436" cy="55980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316423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sz="quarter" idx="10"/>
          </p:nvPr>
        </p:nvSpPr>
        <p:spPr/>
        <p:txBody>
          <a:bodyPr/>
          <a:lstStyle/>
          <a:p>
            <a:pPr lvl="4">
              <a:buFont typeface="+mj-lt"/>
              <a:buAutoNum type="arabicPeriod" startAt="4"/>
            </a:pPr>
            <a:r>
              <a:rPr lang="zh-TW" altLang="en-US" dirty="0"/>
              <a:t>訓練完成後可使用</a:t>
            </a:r>
            <a:r>
              <a:rPr lang="en-US" altLang="zh-TW" dirty="0"/>
              <a:t>predict </a:t>
            </a:r>
            <a:r>
              <a:rPr lang="zh-TW" altLang="en-US" dirty="0"/>
              <a:t>方法對未知資料進行預測，語法為</a:t>
            </a:r>
            <a:r>
              <a:rPr lang="zh-TW" altLang="en-US" dirty="0" smtClean="0"/>
              <a:t>：</a:t>
            </a:r>
            <a:endParaRPr lang="en-US" altLang="zh-TW" dirty="0" smtClean="0"/>
          </a:p>
          <a:p>
            <a:pPr lvl="4">
              <a:buFont typeface="+mj-lt"/>
              <a:buAutoNum type="arabicPeriod" startAt="4"/>
            </a:pPr>
            <a:endParaRPr lang="en-US" altLang="zh-TW" dirty="0"/>
          </a:p>
          <a:p>
            <a:pPr lvl="4">
              <a:buFont typeface="+mj-lt"/>
              <a:buAutoNum type="arabicPeriod" startAt="4"/>
            </a:pPr>
            <a:r>
              <a:rPr lang="zh-TW" altLang="en-US" dirty="0" smtClean="0"/>
              <a:t>或者</a:t>
            </a:r>
            <a:r>
              <a:rPr lang="zh-TW" altLang="en-US" dirty="0"/>
              <a:t>使用</a:t>
            </a:r>
            <a:r>
              <a:rPr lang="en-US" altLang="zh-TW" dirty="0"/>
              <a:t>score </a:t>
            </a:r>
            <a:r>
              <a:rPr lang="zh-TW" altLang="en-US" dirty="0"/>
              <a:t>方法對未知資料進行預測，並計算準確率，語法為</a:t>
            </a:r>
            <a:r>
              <a:rPr lang="zh-TW" altLang="en-US" dirty="0" smtClean="0"/>
              <a:t>：</a:t>
            </a:r>
            <a:endParaRPr lang="en-US" altLang="zh-TW" dirty="0" smtClean="0"/>
          </a:p>
          <a:p>
            <a:pPr lvl="4">
              <a:buFont typeface="+mj-lt"/>
              <a:buAutoNum type="arabicPeriod" startAt="4"/>
            </a:pPr>
            <a:endParaRPr lang="en-US" altLang="zh-TW" dirty="0"/>
          </a:p>
          <a:p>
            <a:pPr marL="17100" lvl="4" indent="0">
              <a:buNone/>
            </a:pPr>
            <a:endParaRPr lang="en-US" altLang="zh-TW" dirty="0" smtClean="0"/>
          </a:p>
          <a:p>
            <a:pPr lvl="1" indent="-342900"/>
            <a:r>
              <a:rPr lang="en-US" altLang="zh-TW" dirty="0"/>
              <a:t>8.4.3 </a:t>
            </a:r>
            <a:r>
              <a:rPr lang="zh-TW" altLang="en-US" dirty="0"/>
              <a:t>決策樹演算法應用：鐵達尼號生存判斷</a:t>
            </a:r>
          </a:p>
          <a:p>
            <a:pPr marL="17100" lvl="4" indent="0">
              <a:buNone/>
            </a:pPr>
            <a:r>
              <a:rPr lang="zh-TW" altLang="en-US" dirty="0"/>
              <a:t>鐵達尼號預測生還機率是</a:t>
            </a:r>
            <a:r>
              <a:rPr lang="en-US" altLang="zh-TW" dirty="0" err="1"/>
              <a:t>Kaggle</a:t>
            </a:r>
            <a:r>
              <a:rPr lang="en-US" altLang="zh-TW" dirty="0"/>
              <a:t> </a:t>
            </a:r>
            <a:r>
              <a:rPr lang="zh-TW" altLang="en-US" dirty="0"/>
              <a:t>最有名的機器學習競賽之一。鐵達尼號資料集</a:t>
            </a:r>
            <a:r>
              <a:rPr lang="zh-TW" altLang="en-US" dirty="0" smtClean="0"/>
              <a:t>共有</a:t>
            </a:r>
            <a:r>
              <a:rPr lang="en-US" altLang="zh-TW" dirty="0" smtClean="0"/>
              <a:t>1313 </a:t>
            </a:r>
            <a:r>
              <a:rPr lang="zh-TW" altLang="en-US" dirty="0"/>
              <a:t>筆資料，</a:t>
            </a:r>
            <a:r>
              <a:rPr lang="en-US" altLang="zh-TW" dirty="0"/>
              <a:t>10 </a:t>
            </a:r>
            <a:r>
              <a:rPr lang="zh-TW" altLang="en-US" dirty="0"/>
              <a:t>個欄位：生存</a:t>
            </a:r>
            <a:r>
              <a:rPr lang="en-US" altLang="zh-TW" dirty="0"/>
              <a:t>(survived) </a:t>
            </a:r>
            <a:r>
              <a:rPr lang="zh-TW" altLang="en-US" dirty="0"/>
              <a:t>欄位為目標值，此處選擇與生還機率最</a:t>
            </a:r>
            <a:r>
              <a:rPr lang="zh-TW" altLang="en-US" dirty="0" smtClean="0"/>
              <a:t>相關</a:t>
            </a:r>
            <a:r>
              <a:rPr lang="zh-TW" altLang="en-US" dirty="0"/>
              <a:t>的社經地位</a:t>
            </a:r>
            <a:r>
              <a:rPr lang="en-US" altLang="zh-TW" dirty="0"/>
              <a:t>(</a:t>
            </a:r>
            <a:r>
              <a:rPr lang="en-US" altLang="zh-TW" dirty="0" err="1"/>
              <a:t>pclass</a:t>
            </a:r>
            <a:r>
              <a:rPr lang="en-US" altLang="zh-TW" dirty="0"/>
              <a:t>)</a:t>
            </a:r>
            <a:r>
              <a:rPr lang="zh-TW" altLang="en-US" dirty="0"/>
              <a:t>、年齡</a:t>
            </a:r>
            <a:r>
              <a:rPr lang="en-US" altLang="zh-TW" dirty="0"/>
              <a:t>(age) </a:t>
            </a:r>
            <a:r>
              <a:rPr lang="zh-TW" altLang="en-US" dirty="0"/>
              <a:t>及性別</a:t>
            </a:r>
            <a:r>
              <a:rPr lang="en-US" altLang="zh-TW" dirty="0"/>
              <a:t>(sex) </a:t>
            </a:r>
            <a:r>
              <a:rPr lang="zh-TW" altLang="en-US" dirty="0"/>
              <a:t>做為特徵值。</a:t>
            </a:r>
          </a:p>
        </p:txBody>
      </p:sp>
      <p:pic>
        <p:nvPicPr>
          <p:cNvPr id="2355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592" y="1124744"/>
            <a:ext cx="5358929" cy="50823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355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6962" y="1988840"/>
            <a:ext cx="5321559" cy="5157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890925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sz="quarter" idx="10"/>
          </p:nvPr>
        </p:nvSpPr>
        <p:spPr/>
        <p:txBody>
          <a:bodyPr/>
          <a:lstStyle/>
          <a:p>
            <a:pPr lvl="3"/>
            <a:r>
              <a:rPr lang="zh-TW" altLang="en-US" dirty="0"/>
              <a:t>以下程式讀取鐵達尼號資料集並進行資料預處理：執行結果顯示訓練資料</a:t>
            </a:r>
            <a:r>
              <a:rPr lang="en-US" altLang="zh-TW" dirty="0"/>
              <a:t>(</a:t>
            </a:r>
            <a:r>
              <a:rPr lang="en-US" altLang="zh-TW" dirty="0" err="1"/>
              <a:t>onehot</a:t>
            </a:r>
            <a:r>
              <a:rPr lang="en-US" altLang="zh-TW" dirty="0"/>
              <a:t> </a:t>
            </a:r>
            <a:r>
              <a:rPr lang="zh-TW" altLang="en-US" dirty="0" smtClean="0"/>
              <a:t>編碼</a:t>
            </a:r>
            <a:r>
              <a:rPr lang="en-US" altLang="zh-TW" dirty="0"/>
              <a:t>) </a:t>
            </a:r>
            <a:r>
              <a:rPr lang="zh-TW" altLang="en-US" dirty="0"/>
              <a:t>及特徵名稱。</a:t>
            </a:r>
          </a:p>
        </p:txBody>
      </p:sp>
      <p:pic>
        <p:nvPicPr>
          <p:cNvPr id="2457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7664" y="1556792"/>
            <a:ext cx="5697438" cy="38274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4592205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內容版面配置區 3"/>
          <p:cNvSpPr>
            <a:spLocks noGrp="1"/>
          </p:cNvSpPr>
          <p:nvPr>
            <p:ph sz="quarter" idx="10"/>
          </p:nvPr>
        </p:nvSpPr>
        <p:spPr/>
        <p:txBody>
          <a:bodyPr/>
          <a:lstStyle/>
          <a:p>
            <a:pPr lvl="3"/>
            <a:r>
              <a:rPr lang="zh-TW" altLang="en-US" b="1" dirty="0"/>
              <a:t>隨機森林</a:t>
            </a:r>
            <a:r>
              <a:rPr lang="en-US" altLang="zh-TW" dirty="0"/>
              <a:t>(Random Forest) </a:t>
            </a:r>
            <a:r>
              <a:rPr lang="zh-TW" altLang="en-US" dirty="0"/>
              <a:t>演算法是一種決策樹演算法的擴充，它利用多個決策</a:t>
            </a:r>
            <a:r>
              <a:rPr lang="zh-TW" altLang="en-US" dirty="0" smtClean="0"/>
              <a:t>樹的</a:t>
            </a:r>
            <a:r>
              <a:rPr lang="zh-TW" altLang="en-US" dirty="0"/>
              <a:t>判斷結果進行決策</a:t>
            </a:r>
            <a:r>
              <a:rPr lang="zh-TW" altLang="en-US" dirty="0" smtClean="0"/>
              <a:t>。</a:t>
            </a:r>
            <a:endParaRPr lang="en-US" altLang="zh-TW" dirty="0" smtClean="0"/>
          </a:p>
          <a:p>
            <a:pPr lvl="1"/>
            <a:r>
              <a:rPr lang="en-US" altLang="zh-TW" dirty="0"/>
              <a:t>8.5.1 </a:t>
            </a:r>
            <a:r>
              <a:rPr lang="zh-TW" altLang="en-US" dirty="0"/>
              <a:t>隨機森林演算法</a:t>
            </a:r>
            <a:r>
              <a:rPr lang="zh-TW" altLang="en-US" dirty="0" smtClean="0"/>
              <a:t>原理</a:t>
            </a:r>
            <a:endParaRPr lang="en-US" altLang="zh-TW" dirty="0" smtClean="0"/>
          </a:p>
          <a:p>
            <a:pPr lvl="2"/>
            <a:r>
              <a:rPr lang="zh-TW" altLang="en-US" dirty="0"/>
              <a:t>隨機森林演算法的運作步驟</a:t>
            </a:r>
          </a:p>
          <a:p>
            <a:pPr lvl="3"/>
            <a:r>
              <a:rPr lang="zh-TW" altLang="en-US" dirty="0"/>
              <a:t>對於含有</a:t>
            </a:r>
            <a:r>
              <a:rPr lang="en-US" altLang="zh-TW" dirty="0"/>
              <a:t>N </a:t>
            </a:r>
            <a:r>
              <a:rPr lang="zh-TW" altLang="en-US" dirty="0"/>
              <a:t>個資料、</a:t>
            </a:r>
            <a:r>
              <a:rPr lang="en-US" altLang="zh-TW" dirty="0"/>
              <a:t>M </a:t>
            </a:r>
            <a:r>
              <a:rPr lang="zh-TW" altLang="en-US" dirty="0"/>
              <a:t>個特徽的資料集，隨機森林的具體實現方法為：</a:t>
            </a:r>
          </a:p>
          <a:p>
            <a:pPr marL="342900" lvl="3" indent="-342900">
              <a:buFont typeface="+mj-lt"/>
              <a:buAutoNum type="arabicPeriod"/>
            </a:pPr>
            <a:r>
              <a:rPr lang="zh-TW" altLang="en-US" dirty="0" smtClean="0"/>
              <a:t>從</a:t>
            </a:r>
            <a:r>
              <a:rPr lang="zh-TW" altLang="en-US" dirty="0"/>
              <a:t>資料集中隨機選取</a:t>
            </a:r>
            <a:r>
              <a:rPr lang="en-US" altLang="zh-TW" dirty="0"/>
              <a:t>n </a:t>
            </a:r>
            <a:r>
              <a:rPr lang="zh-TW" altLang="en-US" dirty="0"/>
              <a:t>個資料</a:t>
            </a:r>
            <a:r>
              <a:rPr lang="en-US" altLang="zh-TW" dirty="0"/>
              <a:t>(n&lt;N)</a:t>
            </a:r>
            <a:r>
              <a:rPr lang="zh-TW" altLang="en-US" dirty="0"/>
              <a:t>，取完後放回。注意：每次取完資料就</a:t>
            </a:r>
            <a:r>
              <a:rPr lang="zh-TW" altLang="en-US" dirty="0" smtClean="0"/>
              <a:t>立刻放回</a:t>
            </a:r>
            <a:r>
              <a:rPr lang="zh-TW" altLang="en-US" dirty="0"/>
              <a:t>，因此可能取到相同資料。</a:t>
            </a:r>
          </a:p>
          <a:p>
            <a:pPr marL="342900" lvl="3" indent="-342900">
              <a:buFont typeface="+mj-lt"/>
              <a:buAutoNum type="arabicPeriod"/>
            </a:pPr>
            <a:r>
              <a:rPr lang="zh-TW" altLang="en-US" dirty="0" smtClean="0"/>
              <a:t>隨機</a:t>
            </a:r>
            <a:r>
              <a:rPr lang="zh-TW" altLang="en-US" dirty="0"/>
              <a:t>選取</a:t>
            </a:r>
            <a:r>
              <a:rPr lang="en-US" altLang="zh-TW" dirty="0"/>
              <a:t>m </a:t>
            </a:r>
            <a:r>
              <a:rPr lang="zh-TW" altLang="en-US" dirty="0"/>
              <a:t>個特徽</a:t>
            </a:r>
            <a:r>
              <a:rPr lang="en-US" altLang="zh-TW" dirty="0"/>
              <a:t>(m&lt;M)</a:t>
            </a:r>
            <a:r>
              <a:rPr lang="zh-TW" altLang="en-US" dirty="0"/>
              <a:t>。</a:t>
            </a:r>
            <a:r>
              <a:rPr lang="en-US" altLang="zh-TW" dirty="0"/>
              <a:t>m </a:t>
            </a:r>
            <a:r>
              <a:rPr lang="zh-TW" altLang="en-US" dirty="0"/>
              <a:t>個特徽都是不相同的特徽。</a:t>
            </a:r>
          </a:p>
          <a:p>
            <a:pPr marL="342900" lvl="3" indent="-342900">
              <a:buFont typeface="+mj-lt"/>
              <a:buAutoNum type="arabicPeriod"/>
            </a:pPr>
            <a:r>
              <a:rPr lang="zh-TW" altLang="en-US" dirty="0" smtClean="0"/>
              <a:t>利用</a:t>
            </a:r>
            <a:r>
              <a:rPr lang="zh-TW" altLang="en-US" dirty="0"/>
              <a:t>選取的</a:t>
            </a:r>
            <a:r>
              <a:rPr lang="en-US" altLang="zh-TW" dirty="0"/>
              <a:t>n </a:t>
            </a:r>
            <a:r>
              <a:rPr lang="zh-TW" altLang="en-US" dirty="0"/>
              <a:t>個資料、</a:t>
            </a:r>
            <a:r>
              <a:rPr lang="en-US" altLang="zh-TW" dirty="0"/>
              <a:t>m </a:t>
            </a:r>
            <a:r>
              <a:rPr lang="zh-TW" altLang="en-US" dirty="0"/>
              <a:t>個特徽建立決策樹。</a:t>
            </a:r>
          </a:p>
          <a:p>
            <a:pPr marL="342900" lvl="3" indent="-342900">
              <a:buFont typeface="+mj-lt"/>
              <a:buAutoNum type="arabicPeriod"/>
            </a:pPr>
            <a:r>
              <a:rPr lang="zh-TW" altLang="en-US" dirty="0" smtClean="0"/>
              <a:t>重複</a:t>
            </a:r>
            <a:r>
              <a:rPr lang="zh-TW" altLang="en-US" dirty="0"/>
              <a:t>操作</a:t>
            </a:r>
            <a:r>
              <a:rPr lang="en-US" altLang="zh-TW" dirty="0"/>
              <a:t>K </a:t>
            </a:r>
            <a:r>
              <a:rPr lang="zh-TW" altLang="en-US" dirty="0"/>
              <a:t>次步驟</a:t>
            </a:r>
            <a:r>
              <a:rPr lang="en-US" altLang="zh-TW" dirty="0"/>
              <a:t>1 </a:t>
            </a:r>
            <a:r>
              <a:rPr lang="zh-TW" altLang="en-US" dirty="0"/>
              <a:t>到</a:t>
            </a:r>
            <a:r>
              <a:rPr lang="en-US" altLang="zh-TW" dirty="0"/>
              <a:t>3 </a:t>
            </a:r>
            <a:r>
              <a:rPr lang="zh-TW" altLang="en-US" dirty="0"/>
              <a:t>建立</a:t>
            </a:r>
            <a:r>
              <a:rPr lang="en-US" altLang="zh-TW" dirty="0"/>
              <a:t>K </a:t>
            </a:r>
            <a:r>
              <a:rPr lang="zh-TW" altLang="en-US" dirty="0"/>
              <a:t>個決策樹。這樣就完成隨機森林模型。</a:t>
            </a:r>
          </a:p>
          <a:p>
            <a:pPr marL="342900" lvl="3" indent="-342900">
              <a:buFont typeface="+mj-lt"/>
              <a:buAutoNum type="arabicPeriod"/>
            </a:pPr>
            <a:r>
              <a:rPr lang="zh-TW" altLang="en-US" dirty="0" smtClean="0"/>
              <a:t>進行</a:t>
            </a:r>
            <a:r>
              <a:rPr lang="zh-TW" altLang="en-US" dirty="0"/>
              <a:t>預測：以隨機森林中每個決策樹對資料進行分類，再對決策樹分類結果</a:t>
            </a:r>
            <a:r>
              <a:rPr lang="zh-TW" altLang="en-US" dirty="0" smtClean="0"/>
              <a:t>進行投票</a:t>
            </a:r>
            <a:r>
              <a:rPr lang="zh-TW" altLang="en-US" dirty="0"/>
              <a:t>，將最高投票預測結果視為隨機森林演算法的最終預測結果。</a:t>
            </a:r>
          </a:p>
        </p:txBody>
      </p:sp>
      <p:sp>
        <p:nvSpPr>
          <p:cNvPr id="2" name="標題 1"/>
          <p:cNvSpPr>
            <a:spLocks noGrp="1"/>
          </p:cNvSpPr>
          <p:nvPr>
            <p:ph type="title"/>
          </p:nvPr>
        </p:nvSpPr>
        <p:spPr/>
        <p:txBody>
          <a:bodyPr/>
          <a:lstStyle/>
          <a:p>
            <a:r>
              <a:rPr lang="en-US" altLang="zh-TW" dirty="0"/>
              <a:t>8.5 </a:t>
            </a:r>
            <a:r>
              <a:rPr lang="zh-TW" altLang="en-US" dirty="0"/>
              <a:t>隨機森林演算法</a:t>
            </a:r>
          </a:p>
        </p:txBody>
      </p:sp>
    </p:spTree>
    <p:extLst>
      <p:ext uri="{BB962C8B-B14F-4D97-AF65-F5344CB8AC3E}">
        <p14:creationId xmlns:p14="http://schemas.microsoft.com/office/powerpoint/2010/main" val="50001623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內容版面配置區 3"/>
          <p:cNvSpPr>
            <a:spLocks noGrp="1"/>
          </p:cNvSpPr>
          <p:nvPr>
            <p:ph sz="quarter" idx="10"/>
          </p:nvPr>
        </p:nvSpPr>
        <p:spPr/>
        <p:txBody>
          <a:bodyPr/>
          <a:lstStyle/>
          <a:p>
            <a:pPr lvl="2"/>
            <a:r>
              <a:rPr lang="zh-TW" altLang="en-US" dirty="0"/>
              <a:t>優點及缺點</a:t>
            </a:r>
          </a:p>
          <a:p>
            <a:pPr lvl="3"/>
            <a:r>
              <a:rPr lang="zh-TW" altLang="en-US" dirty="0"/>
              <a:t>隨機森林演算法的優點：</a:t>
            </a:r>
          </a:p>
          <a:p>
            <a:pPr marL="285750" lvl="3" indent="-285750">
              <a:buFont typeface="Wingdings" panose="05000000000000000000" pitchFamily="2" charset="2"/>
              <a:buChar char="n"/>
            </a:pPr>
            <a:r>
              <a:rPr lang="zh-TW" altLang="en-US" dirty="0" smtClean="0"/>
              <a:t>對於</a:t>
            </a:r>
            <a:r>
              <a:rPr lang="zh-TW" altLang="en-US" dirty="0"/>
              <a:t>特徽很多的資料集效果很好。</a:t>
            </a:r>
          </a:p>
          <a:p>
            <a:pPr marL="285750" lvl="3" indent="-285750">
              <a:buFont typeface="Wingdings" panose="05000000000000000000" pitchFamily="2" charset="2"/>
              <a:buChar char="n"/>
            </a:pPr>
            <a:r>
              <a:rPr lang="zh-TW" altLang="en-US" dirty="0" smtClean="0"/>
              <a:t>不必</a:t>
            </a:r>
            <a:r>
              <a:rPr lang="zh-TW" altLang="en-US" dirty="0"/>
              <a:t>為資料做特徽篩選的預處理。</a:t>
            </a:r>
            <a:r>
              <a:rPr lang="en-US" altLang="zh-TW" dirty="0"/>
              <a:t>( </a:t>
            </a:r>
            <a:r>
              <a:rPr lang="zh-TW" altLang="en-US" dirty="0"/>
              <a:t>因過程中會隨機選取特徽</a:t>
            </a:r>
            <a:r>
              <a:rPr lang="en-US" altLang="zh-TW" dirty="0"/>
              <a:t>)</a:t>
            </a:r>
          </a:p>
          <a:p>
            <a:pPr marL="285750" lvl="3" indent="-285750">
              <a:buFont typeface="Wingdings" panose="05000000000000000000" pitchFamily="2" charset="2"/>
              <a:buChar char="n"/>
            </a:pPr>
            <a:r>
              <a:rPr lang="zh-TW" altLang="en-US" dirty="0" smtClean="0"/>
              <a:t>較</a:t>
            </a:r>
            <a:r>
              <a:rPr lang="zh-TW" altLang="en-US" dirty="0"/>
              <a:t>不會產生過擬合現象。</a:t>
            </a:r>
          </a:p>
          <a:p>
            <a:pPr marL="285750" lvl="3" indent="-285750">
              <a:buFont typeface="Wingdings" panose="05000000000000000000" pitchFamily="2" charset="2"/>
              <a:buChar char="n"/>
            </a:pPr>
            <a:r>
              <a:rPr lang="zh-TW" altLang="en-US" dirty="0" smtClean="0"/>
              <a:t>屬於</a:t>
            </a:r>
            <a:r>
              <a:rPr lang="zh-TW" altLang="en-US" dirty="0"/>
              <a:t>集成演算法，準確度較決策樹高。</a:t>
            </a:r>
          </a:p>
          <a:p>
            <a:pPr lvl="3"/>
            <a:r>
              <a:rPr lang="zh-TW" altLang="en-US" dirty="0"/>
              <a:t>隨機森林演算法的缺點：</a:t>
            </a:r>
          </a:p>
          <a:p>
            <a:pPr marL="285750" lvl="3" indent="-285750">
              <a:buFont typeface="Wingdings" panose="05000000000000000000" pitchFamily="2" charset="2"/>
              <a:buChar char="n"/>
            </a:pPr>
            <a:r>
              <a:rPr lang="zh-TW" altLang="en-US" dirty="0" smtClean="0"/>
              <a:t>對於</a:t>
            </a:r>
            <a:r>
              <a:rPr lang="zh-TW" altLang="en-US" dirty="0"/>
              <a:t>異常資料較敏感。</a:t>
            </a:r>
          </a:p>
          <a:p>
            <a:pPr marL="285750" lvl="3" indent="-285750">
              <a:buFont typeface="Wingdings" panose="05000000000000000000" pitchFamily="2" charset="2"/>
              <a:buChar char="n"/>
            </a:pPr>
            <a:r>
              <a:rPr lang="zh-TW" altLang="en-US" dirty="0" smtClean="0"/>
              <a:t>當</a:t>
            </a:r>
            <a:r>
              <a:rPr lang="zh-TW" altLang="en-US" dirty="0"/>
              <a:t>決策樹個數很多時，訓練時需要的空間和時間較大</a:t>
            </a:r>
            <a:r>
              <a:rPr lang="zh-TW" altLang="en-US" dirty="0" smtClean="0"/>
              <a:t>。</a:t>
            </a:r>
            <a:endParaRPr lang="en-US" altLang="zh-TW" dirty="0" smtClean="0"/>
          </a:p>
          <a:p>
            <a:pPr lvl="1"/>
            <a:r>
              <a:rPr lang="en-US" altLang="zh-TW" dirty="0" smtClean="0"/>
              <a:t>8.5.2 </a:t>
            </a:r>
            <a:r>
              <a:rPr lang="en-US" altLang="zh-TW" dirty="0" err="1"/>
              <a:t>Scikit</a:t>
            </a:r>
            <a:r>
              <a:rPr lang="en-US" altLang="zh-TW" dirty="0"/>
              <a:t>-Learn </a:t>
            </a:r>
            <a:r>
              <a:rPr lang="zh-TW" altLang="en-US" dirty="0"/>
              <a:t>的隨機森林模組</a:t>
            </a:r>
          </a:p>
          <a:p>
            <a:pPr marL="342900" lvl="3" indent="-342900">
              <a:buFont typeface="+mj-lt"/>
              <a:buAutoNum type="arabicPeriod"/>
            </a:pPr>
            <a:r>
              <a:rPr lang="zh-TW" altLang="en-US" dirty="0" smtClean="0"/>
              <a:t>在</a:t>
            </a:r>
            <a:r>
              <a:rPr lang="en-US" altLang="zh-TW" dirty="0" err="1"/>
              <a:t>Scikit</a:t>
            </a:r>
            <a:r>
              <a:rPr lang="en-US" altLang="zh-TW" dirty="0"/>
              <a:t>-Learn </a:t>
            </a:r>
            <a:r>
              <a:rPr lang="zh-TW" altLang="en-US" dirty="0"/>
              <a:t>要使用隨機森林演算法，首先載入模組：</a:t>
            </a:r>
          </a:p>
        </p:txBody>
      </p:sp>
      <p:pic>
        <p:nvPicPr>
          <p:cNvPr id="2560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592" y="5431619"/>
            <a:ext cx="5119092" cy="51766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160146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內容版面配置區 3"/>
          <p:cNvSpPr>
            <a:spLocks noGrp="1"/>
          </p:cNvSpPr>
          <p:nvPr>
            <p:ph sz="quarter" idx="10"/>
          </p:nvPr>
        </p:nvSpPr>
        <p:spPr/>
        <p:txBody>
          <a:bodyPr/>
          <a:lstStyle/>
          <a:p>
            <a:pPr marL="342900" lvl="3" indent="-342900">
              <a:buFont typeface="+mj-lt"/>
              <a:buAutoNum type="arabicPeriod" startAt="2"/>
            </a:pPr>
            <a:r>
              <a:rPr lang="zh-TW" altLang="en-US" dirty="0"/>
              <a:t>接著建立</a:t>
            </a:r>
            <a:r>
              <a:rPr lang="en-US" altLang="zh-TW" dirty="0" err="1"/>
              <a:t>RandomForestClassifier</a:t>
            </a:r>
            <a:r>
              <a:rPr lang="en-US" altLang="zh-TW" dirty="0"/>
              <a:t> </a:t>
            </a:r>
            <a:r>
              <a:rPr lang="zh-TW" altLang="en-US" dirty="0"/>
              <a:t>物件，語法為</a:t>
            </a:r>
            <a:r>
              <a:rPr lang="zh-TW" altLang="en-US" dirty="0" smtClean="0"/>
              <a:t>：</a:t>
            </a:r>
            <a:endParaRPr lang="en-US" altLang="zh-TW" dirty="0" smtClean="0"/>
          </a:p>
          <a:p>
            <a:pPr lvl="3"/>
            <a:endParaRPr lang="en-US" altLang="zh-TW" dirty="0"/>
          </a:p>
          <a:p>
            <a:pPr lvl="3"/>
            <a:endParaRPr lang="en-US" altLang="zh-TW" dirty="0" smtClean="0"/>
          </a:p>
          <a:p>
            <a:pPr marL="285750" lvl="3" indent="-285750">
              <a:buFont typeface="Wingdings" panose="05000000000000000000" pitchFamily="2" charset="2"/>
              <a:buChar char="n"/>
            </a:pPr>
            <a:r>
              <a:rPr lang="en-US" altLang="zh-TW" b="1" dirty="0"/>
              <a:t>criterion</a:t>
            </a:r>
            <a:r>
              <a:rPr lang="zh-TW" altLang="en-US" dirty="0"/>
              <a:t>：此參數非必填。設定值有：</a:t>
            </a:r>
          </a:p>
          <a:p>
            <a:pPr marL="645750" lvl="4" indent="-285750">
              <a:buFont typeface="Wingdings" panose="05000000000000000000" pitchFamily="2" charset="2"/>
              <a:buChar char="l"/>
            </a:pPr>
            <a:r>
              <a:rPr lang="en-US" altLang="zh-TW" b="1" dirty="0" err="1" smtClean="0"/>
              <a:t>gini</a:t>
            </a:r>
            <a:r>
              <a:rPr lang="zh-TW" altLang="en-US" dirty="0"/>
              <a:t>：使用基尼指數演算法。此為預設值。</a:t>
            </a:r>
          </a:p>
          <a:p>
            <a:pPr marL="645750" lvl="4" indent="-285750">
              <a:buFont typeface="Wingdings" panose="05000000000000000000" pitchFamily="2" charset="2"/>
              <a:buChar char="l"/>
            </a:pPr>
            <a:r>
              <a:rPr lang="en-US" altLang="zh-TW" b="1" dirty="0" smtClean="0"/>
              <a:t>entropy</a:t>
            </a:r>
            <a:r>
              <a:rPr lang="zh-TW" altLang="en-US" dirty="0"/>
              <a:t>：使用 </a:t>
            </a:r>
            <a:r>
              <a:rPr lang="en-US" altLang="zh-TW" dirty="0"/>
              <a:t>ID3 </a:t>
            </a:r>
            <a:r>
              <a:rPr lang="zh-TW" altLang="en-US" dirty="0"/>
              <a:t>演算法。</a:t>
            </a:r>
          </a:p>
          <a:p>
            <a:pPr marL="285750" lvl="3" indent="-285750">
              <a:buFont typeface="Wingdings" panose="05000000000000000000" pitchFamily="2" charset="2"/>
              <a:buChar char="n"/>
            </a:pPr>
            <a:r>
              <a:rPr lang="en-US" altLang="zh-TW" b="1" dirty="0" err="1" smtClean="0"/>
              <a:t>n_estimators</a:t>
            </a:r>
            <a:r>
              <a:rPr lang="zh-TW" altLang="en-US" dirty="0"/>
              <a:t>：非必填，是設定隨機森林中決策樹的數量。預設值為 </a:t>
            </a:r>
            <a:r>
              <a:rPr lang="en-US" altLang="zh-TW" dirty="0"/>
              <a:t>100</a:t>
            </a:r>
            <a:r>
              <a:rPr lang="zh-TW" altLang="en-US" dirty="0" smtClean="0"/>
              <a:t>。</a:t>
            </a:r>
          </a:p>
          <a:p>
            <a:pPr marL="285750" lvl="3" indent="-285750">
              <a:buFont typeface="Wingdings" panose="05000000000000000000" pitchFamily="2" charset="2"/>
              <a:buChar char="n"/>
            </a:pPr>
            <a:r>
              <a:rPr lang="en-US" altLang="zh-TW" b="1" dirty="0" err="1" smtClean="0"/>
              <a:t>max_features</a:t>
            </a:r>
            <a:r>
              <a:rPr lang="zh-TW" altLang="en-US" dirty="0"/>
              <a:t>：此參數非必填，設定決策樹中最大特徵數。設定值有：</a:t>
            </a:r>
          </a:p>
          <a:p>
            <a:pPr marL="645750" lvl="4" indent="-285750">
              <a:buFont typeface="Wingdings" panose="05000000000000000000" pitchFamily="2" charset="2"/>
              <a:buChar char="l"/>
            </a:pPr>
            <a:r>
              <a:rPr lang="en-US" altLang="zh-TW" b="1" dirty="0" smtClean="0"/>
              <a:t>auto</a:t>
            </a:r>
            <a:r>
              <a:rPr lang="zh-TW" altLang="en-US" dirty="0"/>
              <a:t>：使用全部特徵。此為預設值。</a:t>
            </a:r>
          </a:p>
          <a:p>
            <a:pPr marL="645750" lvl="4" indent="-285750">
              <a:buFont typeface="Wingdings" panose="05000000000000000000" pitchFamily="2" charset="2"/>
              <a:buChar char="l"/>
            </a:pPr>
            <a:r>
              <a:rPr lang="en-US" altLang="zh-TW" b="1" dirty="0" err="1" smtClean="0"/>
              <a:t>sqrt</a:t>
            </a:r>
            <a:r>
              <a:rPr lang="zh-TW" altLang="en-US" dirty="0"/>
              <a:t>：使用特徵數平方根。</a:t>
            </a:r>
          </a:p>
          <a:p>
            <a:pPr marL="645750" lvl="4" indent="-285750">
              <a:buFont typeface="Wingdings" panose="05000000000000000000" pitchFamily="2" charset="2"/>
              <a:buChar char="l"/>
            </a:pPr>
            <a:r>
              <a:rPr lang="zh-TW" altLang="en-US" b="1" dirty="0" smtClean="0"/>
              <a:t>浮點</a:t>
            </a:r>
            <a:r>
              <a:rPr lang="zh-TW" altLang="en-US" b="1" dirty="0"/>
              <a:t>數</a:t>
            </a:r>
            <a:r>
              <a:rPr lang="zh-TW" altLang="en-US" dirty="0"/>
              <a:t>：使用特徵數比例，例如</a:t>
            </a:r>
            <a:r>
              <a:rPr lang="en-US" altLang="zh-TW" dirty="0"/>
              <a:t>0.7 </a:t>
            </a:r>
            <a:r>
              <a:rPr lang="zh-TW" altLang="en-US" dirty="0"/>
              <a:t>表示使用特徵數的</a:t>
            </a:r>
            <a:r>
              <a:rPr lang="en-US" altLang="zh-TW" dirty="0"/>
              <a:t>70%</a:t>
            </a:r>
            <a:r>
              <a:rPr lang="zh-TW" altLang="en-US" dirty="0" smtClean="0"/>
              <a:t>。</a:t>
            </a:r>
            <a:endParaRPr lang="en-US" altLang="zh-TW" dirty="0" smtClean="0"/>
          </a:p>
          <a:p>
            <a:pPr marL="285750" lvl="3" indent="-285750">
              <a:buFont typeface="Wingdings" panose="05000000000000000000" pitchFamily="2" charset="2"/>
              <a:buChar char="n"/>
            </a:pPr>
            <a:r>
              <a:rPr lang="en-US" altLang="zh-TW" b="1" dirty="0" err="1"/>
              <a:t>min_samples_split</a:t>
            </a:r>
            <a:r>
              <a:rPr lang="zh-TW" altLang="en-US" dirty="0"/>
              <a:t>：非必填，是設定決策樹的最小資料數量。預設值為 </a:t>
            </a:r>
            <a:r>
              <a:rPr lang="en-US" altLang="zh-TW" dirty="0"/>
              <a:t>2</a:t>
            </a:r>
            <a:r>
              <a:rPr lang="zh-TW" altLang="en-US" dirty="0" smtClean="0"/>
              <a:t>。</a:t>
            </a:r>
          </a:p>
          <a:p>
            <a:pPr marL="285750" lvl="3" indent="-285750">
              <a:buFont typeface="Wingdings" panose="05000000000000000000" pitchFamily="2" charset="2"/>
              <a:buChar char="n"/>
            </a:pPr>
            <a:r>
              <a:rPr lang="en-US" altLang="zh-TW" b="1" dirty="0" err="1" smtClean="0"/>
              <a:t>random_state</a:t>
            </a:r>
            <a:r>
              <a:rPr lang="zh-TW" altLang="en-US" dirty="0"/>
              <a:t>：非必填，若設定此參數則每次執行的決策樹相同。</a:t>
            </a:r>
          </a:p>
        </p:txBody>
      </p:sp>
      <p:pic>
        <p:nvPicPr>
          <p:cNvPr id="266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600" y="1124744"/>
            <a:ext cx="5210150" cy="8586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316423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sz="quarter" idx="10"/>
          </p:nvPr>
        </p:nvSpPr>
        <p:spPr/>
        <p:txBody>
          <a:bodyPr/>
          <a:lstStyle/>
          <a:p>
            <a:pPr marL="342900" lvl="3" indent="-342900">
              <a:buFont typeface="+mj-lt"/>
              <a:buAutoNum type="arabicPeriod" startAt="3"/>
            </a:pPr>
            <a:r>
              <a:rPr lang="zh-TW" altLang="en-US" dirty="0"/>
              <a:t>然後就可利用</a:t>
            </a:r>
            <a:r>
              <a:rPr lang="en-US" altLang="zh-TW" dirty="0"/>
              <a:t>fit </a:t>
            </a:r>
            <a:r>
              <a:rPr lang="zh-TW" altLang="en-US" dirty="0"/>
              <a:t>方法進行訓練，語法為</a:t>
            </a:r>
            <a:r>
              <a:rPr lang="zh-TW" altLang="en-US" dirty="0" smtClean="0"/>
              <a:t>：</a:t>
            </a:r>
            <a:endParaRPr lang="en-US" altLang="zh-TW" dirty="0" smtClean="0"/>
          </a:p>
          <a:p>
            <a:pPr marL="342900" lvl="3" indent="-342900">
              <a:buFont typeface="+mj-lt"/>
              <a:buAutoNum type="arabicPeriod" startAt="3"/>
            </a:pPr>
            <a:endParaRPr lang="en-US" altLang="zh-TW" dirty="0"/>
          </a:p>
          <a:p>
            <a:pPr marL="342900" lvl="3" indent="-342900">
              <a:buFont typeface="+mj-lt"/>
              <a:buAutoNum type="arabicPeriod" startAt="3"/>
            </a:pPr>
            <a:r>
              <a:rPr lang="zh-TW" altLang="en-US" dirty="0"/>
              <a:t>訓練完成後可使用</a:t>
            </a:r>
            <a:r>
              <a:rPr lang="en-US" altLang="zh-TW" dirty="0"/>
              <a:t>predict </a:t>
            </a:r>
            <a:r>
              <a:rPr lang="zh-TW" altLang="en-US" dirty="0"/>
              <a:t>方法對未知資料進行預測，語法為：</a:t>
            </a:r>
            <a:endParaRPr lang="en-US" altLang="zh-TW" dirty="0" smtClean="0"/>
          </a:p>
          <a:p>
            <a:pPr marL="342900" lvl="3" indent="-342900">
              <a:buFont typeface="+mj-lt"/>
              <a:buAutoNum type="arabicPeriod" startAt="3"/>
            </a:pPr>
            <a:endParaRPr lang="en-US" altLang="zh-TW" dirty="0" smtClean="0"/>
          </a:p>
          <a:p>
            <a:pPr marL="342900" lvl="3" indent="-342900">
              <a:spcAft>
                <a:spcPts val="600"/>
              </a:spcAft>
              <a:buFont typeface="+mj-lt"/>
              <a:buAutoNum type="arabicPeriod" startAt="3"/>
            </a:pPr>
            <a:r>
              <a:rPr lang="zh-TW" altLang="en-US" dirty="0" smtClean="0"/>
              <a:t>或者</a:t>
            </a:r>
            <a:r>
              <a:rPr lang="zh-TW" altLang="en-US" dirty="0"/>
              <a:t>使用</a:t>
            </a:r>
            <a:r>
              <a:rPr lang="en-US" altLang="zh-TW" dirty="0"/>
              <a:t>score </a:t>
            </a:r>
            <a:r>
              <a:rPr lang="zh-TW" altLang="en-US" dirty="0"/>
              <a:t>方法對未知資料進行預測，並計算準確率，語法為</a:t>
            </a:r>
            <a:r>
              <a:rPr lang="zh-TW" altLang="en-US" dirty="0" smtClean="0"/>
              <a:t>：</a:t>
            </a:r>
            <a:endParaRPr lang="en-US" altLang="zh-TW" dirty="0" smtClean="0"/>
          </a:p>
          <a:p>
            <a:pPr marL="342900" lvl="3" indent="-342900">
              <a:buFont typeface="+mj-lt"/>
              <a:buAutoNum type="arabicPeriod" startAt="3"/>
            </a:pPr>
            <a:endParaRPr lang="en-US" altLang="zh-TW" dirty="0"/>
          </a:p>
          <a:p>
            <a:pPr lvl="1"/>
            <a:r>
              <a:rPr lang="en-US" altLang="zh-TW" dirty="0"/>
              <a:t>8.5.3 </a:t>
            </a:r>
            <a:r>
              <a:rPr lang="zh-TW" altLang="en-US" dirty="0"/>
              <a:t>隨機森林演算法範例：葡萄酒種類</a:t>
            </a:r>
            <a:r>
              <a:rPr lang="zh-TW" altLang="en-US" dirty="0" smtClean="0"/>
              <a:t>判斷</a:t>
            </a:r>
            <a:endParaRPr lang="en-US" altLang="zh-TW" dirty="0" smtClean="0"/>
          </a:p>
          <a:p>
            <a:pPr lvl="3"/>
            <a:r>
              <a:rPr lang="zh-TW" altLang="en-US" dirty="0"/>
              <a:t>下面程式以葡萄酒資料集進行隨機森林演算法判斷葡萄酒是哪一個種類。</a:t>
            </a:r>
          </a:p>
        </p:txBody>
      </p:sp>
      <p:pic>
        <p:nvPicPr>
          <p:cNvPr id="276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584" y="1124744"/>
            <a:ext cx="5407124" cy="51641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76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0367" y="1988840"/>
            <a:ext cx="5384341" cy="52400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765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0367" y="2852936"/>
            <a:ext cx="5384341" cy="52400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7653"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43608" y="4221088"/>
            <a:ext cx="4747047" cy="248689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3492801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古典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382">
  <a:themeElements>
    <a:clrScheme name="382TGp_education_light 2">
      <a:dk1>
        <a:srgbClr val="003300"/>
      </a:dk1>
      <a:lt1>
        <a:srgbClr val="FFFFFF"/>
      </a:lt1>
      <a:dk2>
        <a:srgbClr val="000000"/>
      </a:dk2>
      <a:lt2>
        <a:srgbClr val="DDDDDD"/>
      </a:lt2>
      <a:accent1>
        <a:srgbClr val="FF9933"/>
      </a:accent1>
      <a:accent2>
        <a:srgbClr val="B1B2E1"/>
      </a:accent2>
      <a:accent3>
        <a:srgbClr val="FFFFFF"/>
      </a:accent3>
      <a:accent4>
        <a:srgbClr val="002A00"/>
      </a:accent4>
      <a:accent5>
        <a:srgbClr val="FFCAAD"/>
      </a:accent5>
      <a:accent6>
        <a:srgbClr val="A0A1CC"/>
      </a:accent6>
      <a:hlink>
        <a:srgbClr val="74B355"/>
      </a:hlink>
      <a:folHlink>
        <a:srgbClr val="82ACD6"/>
      </a:folHlink>
    </a:clrScheme>
    <a:fontScheme name="verdana times">
      <a:majorFont>
        <a:latin typeface="Verdana"/>
        <a:ea typeface="標楷體"/>
        <a:cs typeface=""/>
      </a:majorFont>
      <a:minorFont>
        <a:latin typeface="Times New Roman"/>
        <a:ea typeface="標楷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altLang="zh-TW"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altLang="zh-TW" sz="1800" b="0" i="0" u="none" strike="noStrike" cap="none" normalizeH="0" baseline="0" smtClean="0">
            <a:ln>
              <a:noFill/>
            </a:ln>
            <a:solidFill>
              <a:schemeClr val="tx1"/>
            </a:solidFill>
            <a:effectLst/>
            <a:latin typeface="Arial" charset="0"/>
          </a:defRPr>
        </a:defPPr>
      </a:lstStyle>
    </a:lnDef>
  </a:objectDefaults>
  <a:extraClrSchemeLst>
    <a:extraClrScheme>
      <a:clrScheme name="382TGp_education_light 1">
        <a:dk1>
          <a:srgbClr val="1D528D"/>
        </a:dk1>
        <a:lt1>
          <a:srgbClr val="FFFFFF"/>
        </a:lt1>
        <a:dk2>
          <a:srgbClr val="000000"/>
        </a:dk2>
        <a:lt2>
          <a:srgbClr val="DDDDDD"/>
        </a:lt2>
        <a:accent1>
          <a:srgbClr val="8EC072"/>
        </a:accent1>
        <a:accent2>
          <a:srgbClr val="3A9FB8"/>
        </a:accent2>
        <a:accent3>
          <a:srgbClr val="FFFFFF"/>
        </a:accent3>
        <a:accent4>
          <a:srgbClr val="174578"/>
        </a:accent4>
        <a:accent5>
          <a:srgbClr val="C6DCBC"/>
        </a:accent5>
        <a:accent6>
          <a:srgbClr val="3490A6"/>
        </a:accent6>
        <a:hlink>
          <a:srgbClr val="FF9933"/>
        </a:hlink>
        <a:folHlink>
          <a:srgbClr val="FFBF19"/>
        </a:folHlink>
      </a:clrScheme>
      <a:clrMap bg1="lt1" tx1="dk1" bg2="lt2" tx2="dk2" accent1="accent1" accent2="accent2" accent3="accent3" accent4="accent4" accent5="accent5" accent6="accent6" hlink="hlink" folHlink="folHlink"/>
    </a:extraClrScheme>
    <a:extraClrScheme>
      <a:clrScheme name="382TGp_education_light 2">
        <a:dk1>
          <a:srgbClr val="003300"/>
        </a:dk1>
        <a:lt1>
          <a:srgbClr val="FFFFFF"/>
        </a:lt1>
        <a:dk2>
          <a:srgbClr val="000000"/>
        </a:dk2>
        <a:lt2>
          <a:srgbClr val="DDDDDD"/>
        </a:lt2>
        <a:accent1>
          <a:srgbClr val="FF9933"/>
        </a:accent1>
        <a:accent2>
          <a:srgbClr val="B1B2E1"/>
        </a:accent2>
        <a:accent3>
          <a:srgbClr val="FFFFFF"/>
        </a:accent3>
        <a:accent4>
          <a:srgbClr val="002A00"/>
        </a:accent4>
        <a:accent5>
          <a:srgbClr val="FFCAAD"/>
        </a:accent5>
        <a:accent6>
          <a:srgbClr val="A0A1CC"/>
        </a:accent6>
        <a:hlink>
          <a:srgbClr val="74B355"/>
        </a:hlink>
        <a:folHlink>
          <a:srgbClr val="82ACD6"/>
        </a:folHlink>
      </a:clrScheme>
      <a:clrMap bg1="lt1" tx1="dk1" bg2="lt2" tx2="dk2" accent1="accent1" accent2="accent2" accent3="accent3" accent4="accent4" accent5="accent5" accent6="accent6" hlink="hlink" folHlink="folHlink"/>
    </a:extraClrScheme>
    <a:extraClrScheme>
      <a:clrScheme name="382TGp_education_light 3">
        <a:dk1>
          <a:srgbClr val="543E92"/>
        </a:dk1>
        <a:lt1>
          <a:srgbClr val="FFFFFF"/>
        </a:lt1>
        <a:dk2>
          <a:srgbClr val="000000"/>
        </a:dk2>
        <a:lt2>
          <a:srgbClr val="DDDDDD"/>
        </a:lt2>
        <a:accent1>
          <a:srgbClr val="E5A6C2"/>
        </a:accent1>
        <a:accent2>
          <a:srgbClr val="FDB30F"/>
        </a:accent2>
        <a:accent3>
          <a:srgbClr val="FFFFFF"/>
        </a:accent3>
        <a:accent4>
          <a:srgbClr val="46347C"/>
        </a:accent4>
        <a:accent5>
          <a:srgbClr val="F0D0DD"/>
        </a:accent5>
        <a:accent6>
          <a:srgbClr val="E5A20C"/>
        </a:accent6>
        <a:hlink>
          <a:srgbClr val="65BCF2"/>
        </a:hlink>
        <a:folHlink>
          <a:srgbClr val="A9CB6D"/>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黑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1_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黑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20242</TotalTime>
  <Words>4451</Words>
  <Application>Microsoft Office PowerPoint</Application>
  <PresentationFormat>如螢幕大小 (4:3)</PresentationFormat>
  <Paragraphs>333</Paragraphs>
  <Slides>50</Slides>
  <Notes>3</Notes>
  <HiddenSlides>0</HiddenSlides>
  <MMClips>0</MMClips>
  <ScaleCrop>false</ScaleCrop>
  <HeadingPairs>
    <vt:vector size="6" baseType="variant">
      <vt:variant>
        <vt:lpstr>使用字型</vt:lpstr>
      </vt:variant>
      <vt:variant>
        <vt:i4>17</vt:i4>
      </vt:variant>
      <vt:variant>
        <vt:lpstr>佈景主題</vt:lpstr>
      </vt:variant>
      <vt:variant>
        <vt:i4>4</vt:i4>
      </vt:variant>
      <vt:variant>
        <vt:lpstr>投影片標題</vt:lpstr>
      </vt:variant>
      <vt:variant>
        <vt:i4>50</vt:i4>
      </vt:variant>
    </vt:vector>
  </HeadingPairs>
  <TitlesOfParts>
    <vt:vector size="71" baseType="lpstr">
      <vt:lpstr>Cordia New</vt:lpstr>
      <vt:lpstr>굴림</vt:lpstr>
      <vt:lpstr>黑体</vt:lpstr>
      <vt:lpstr>宋体</vt:lpstr>
      <vt:lpstr>華康POP1體W7</vt:lpstr>
      <vt:lpstr>華康POP1體W9</vt:lpstr>
      <vt:lpstr>華康儷粗圓(P)</vt:lpstr>
      <vt:lpstr>微軟正黑體</vt:lpstr>
      <vt:lpstr>新細明體</vt:lpstr>
      <vt:lpstr>標楷體</vt:lpstr>
      <vt:lpstr>Arial</vt:lpstr>
      <vt:lpstr>Arial Black</vt:lpstr>
      <vt:lpstr>Calibri</vt:lpstr>
      <vt:lpstr>Candara</vt:lpstr>
      <vt:lpstr>Times New Roman</vt:lpstr>
      <vt:lpstr>Verdana</vt:lpstr>
      <vt:lpstr>Wingdings</vt:lpstr>
      <vt:lpstr>Median</vt:lpstr>
      <vt:lpstr>382</vt:lpstr>
      <vt:lpstr>默认设计模板</vt:lpstr>
      <vt:lpstr>1_默认设计模板</vt:lpstr>
      <vt:lpstr>PowerPoint 簡報</vt:lpstr>
      <vt:lpstr>PowerPoint 簡報</vt:lpstr>
      <vt:lpstr>8.1 Scikit-Learn 資料集</vt:lpstr>
      <vt:lpstr>PowerPoint 簡報</vt:lpstr>
      <vt:lpstr>PowerPoint 簡報</vt:lpstr>
      <vt:lpstr>PowerPoint 簡報</vt:lpstr>
      <vt:lpstr>PowerPoint 簡報</vt:lpstr>
      <vt:lpstr>8.2 K 近鄰演算法</vt:lpstr>
      <vt:lpstr>PowerPoint 簡報</vt:lpstr>
      <vt:lpstr>PowerPoint 簡報</vt:lpstr>
      <vt:lpstr>PowerPoint 簡報</vt:lpstr>
      <vt:lpstr>PowerPoint 簡報</vt:lpstr>
      <vt:lpstr>PowerPoint 簡報</vt:lpstr>
      <vt:lpstr>PowerPoint 簡報</vt:lpstr>
      <vt:lpstr>PowerPoint 簡報</vt:lpstr>
      <vt:lpstr>PowerPoint 簡報</vt:lpstr>
      <vt:lpstr>報告人:吳志成</vt:lpstr>
      <vt:lpstr>分類-最近鄰居 Classification:K-Nearest-Neighbor</vt:lpstr>
      <vt:lpstr>分群&amp;分類資料來源差異?</vt:lpstr>
      <vt:lpstr>分類</vt:lpstr>
      <vt:lpstr>PowerPoint 簡報</vt:lpstr>
      <vt:lpstr>PowerPoint 簡報</vt:lpstr>
      <vt:lpstr>測試(驗證)樣本的數據如何產生的?</vt:lpstr>
      <vt:lpstr>PowerPoint 簡報</vt:lpstr>
      <vt:lpstr>補充資料:資料探勘</vt:lpstr>
      <vt:lpstr>資料探勘 vs人工智慧</vt:lpstr>
      <vt:lpstr>8.3 單純貝氏演算法</vt:lpstr>
      <vt:lpstr>PowerPoint 簡報</vt:lpstr>
      <vt:lpstr>PowerPoint 簡報</vt:lpstr>
      <vt:lpstr>PowerPoint 簡報</vt:lpstr>
      <vt:lpstr>PowerPoint 簡報</vt:lpstr>
      <vt:lpstr>PowerPoint 簡報</vt:lpstr>
      <vt:lpstr>PowerPoint 簡報</vt:lpstr>
      <vt:lpstr>PowerPoint 簡報</vt:lpstr>
      <vt:lpstr>PowerPoint 簡報</vt:lpstr>
      <vt:lpstr>條件機率與獨立事件</vt:lpstr>
      <vt:lpstr>條件機率</vt:lpstr>
      <vt:lpstr>條件機率</vt:lpstr>
      <vt:lpstr>條件機率</vt:lpstr>
      <vt:lpstr>貝氏定理</vt:lpstr>
      <vt:lpstr>PowerPoint 簡報</vt:lpstr>
      <vt:lpstr>8.4 決策樹演算法</vt:lpstr>
      <vt:lpstr>PowerPoint 簡報</vt:lpstr>
      <vt:lpstr>PowerPoint 簡報</vt:lpstr>
      <vt:lpstr>PowerPoint 簡報</vt:lpstr>
      <vt:lpstr>PowerPoint 簡報</vt:lpstr>
      <vt:lpstr>8.5 隨機森林演算法</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敲開 Android 的開發大門</dc:title>
  <dc:creator>memi</dc:creator>
  <cp:keywords>ACL040700</cp:keywords>
  <cp:lastModifiedBy>user</cp:lastModifiedBy>
  <cp:revision>2079</cp:revision>
  <dcterms:created xsi:type="dcterms:W3CDTF">2011-06-06T16:54:13Z</dcterms:created>
  <dcterms:modified xsi:type="dcterms:W3CDTF">2024-11-13T05:35:26Z</dcterms:modified>
</cp:coreProperties>
</file>